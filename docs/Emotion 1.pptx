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8" r:id="rId4"/>
    <p:sldMasterId id="2147484119" r:id="rId5"/>
    <p:sldMasterId id="2147484085" r:id="rId6"/>
    <p:sldMasterId id="2147484074" r:id="rId7"/>
  </p:sldMasterIdLst>
  <p:notesMasterIdLst>
    <p:notesMasterId r:id="rId35"/>
  </p:notesMasterIdLst>
  <p:handoutMasterIdLst>
    <p:handoutMasterId r:id="rId36"/>
  </p:handoutMasterIdLst>
  <p:sldIdLst>
    <p:sldId id="1881839136" r:id="rId8"/>
    <p:sldId id="419" r:id="rId9"/>
    <p:sldId id="1881839100" r:id="rId10"/>
    <p:sldId id="1881838957" r:id="rId11"/>
    <p:sldId id="1881839137" r:id="rId12"/>
    <p:sldId id="1881839138" r:id="rId13"/>
    <p:sldId id="316" r:id="rId14"/>
    <p:sldId id="1881839139" r:id="rId15"/>
    <p:sldId id="1881839141" r:id="rId16"/>
    <p:sldId id="1881839142" r:id="rId17"/>
    <p:sldId id="1881839164" r:id="rId18"/>
    <p:sldId id="1881839146" r:id="rId19"/>
    <p:sldId id="1881839160" r:id="rId20"/>
    <p:sldId id="1881839161" r:id="rId21"/>
    <p:sldId id="1881839162" r:id="rId22"/>
    <p:sldId id="1881839163" r:id="rId23"/>
    <p:sldId id="1881839143" r:id="rId24"/>
    <p:sldId id="1881839144" r:id="rId25"/>
    <p:sldId id="1881839145" r:id="rId26"/>
    <p:sldId id="1881839152" r:id="rId27"/>
    <p:sldId id="1881839153" r:id="rId28"/>
    <p:sldId id="1881839154" r:id="rId29"/>
    <p:sldId id="1881839155" r:id="rId30"/>
    <p:sldId id="1881839156" r:id="rId31"/>
    <p:sldId id="1881839157" r:id="rId32"/>
    <p:sldId id="1881839158" r:id="rId33"/>
    <p:sldId id="1881839159" r:id="rId34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re Template Slides" id="{FBB67E76-04FE-4302-A0D6-4AB89CA6987A}">
          <p14:sldIdLst>
            <p14:sldId id="1881839136"/>
            <p14:sldId id="419"/>
            <p14:sldId id="1881839100"/>
            <p14:sldId id="1881838957"/>
            <p14:sldId id="1881839137"/>
            <p14:sldId id="1881839138"/>
            <p14:sldId id="316"/>
            <p14:sldId id="1881839139"/>
            <p14:sldId id="1881839141"/>
            <p14:sldId id="1881839142"/>
            <p14:sldId id="1881839164"/>
            <p14:sldId id="1881839146"/>
            <p14:sldId id="1881839160"/>
            <p14:sldId id="1881839161"/>
            <p14:sldId id="1881839162"/>
            <p14:sldId id="1881839163"/>
            <p14:sldId id="1881839143"/>
            <p14:sldId id="1881839144"/>
            <p14:sldId id="1881839145"/>
            <p14:sldId id="1881839152"/>
            <p14:sldId id="1881839153"/>
            <p14:sldId id="1881839154"/>
            <p14:sldId id="1881839155"/>
            <p14:sldId id="1881839156"/>
            <p14:sldId id="1881839157"/>
            <p14:sldId id="1881839158"/>
            <p14:sldId id="18818391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7E458B67-C412-0511-FAB3-4B17EB321652}" name="Chris Kramer" initials="CK" userId="S::Christopher.Kramer@ey.com::91898555-a6b5-4c1b-8618-941af9b6286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FFFF"/>
    <a:srgbClr val="FF00FF"/>
    <a:srgbClr val="C5FD45"/>
    <a:srgbClr val="80FBFD"/>
    <a:srgbClr val="FFE600"/>
    <a:srgbClr val="EB4F00"/>
    <a:srgbClr val="2DB757"/>
    <a:srgbClr val="922B73"/>
    <a:srgbClr val="1A1A24"/>
    <a:srgbClr val="B148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F6E5C4-A75B-42D9-BE37-43AB7CFBDC77}" v="7" dt="2025-06-23T06:44:09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6" autoAdjust="0"/>
    <p:restoredTop sz="96240" autoAdjust="0"/>
  </p:normalViewPr>
  <p:slideViewPr>
    <p:cSldViewPr snapToObjects="1" showGuides="1">
      <p:cViewPr varScale="1">
        <p:scale>
          <a:sx n="59" d="100"/>
          <a:sy n="59" d="100"/>
        </p:scale>
        <p:origin x="916" y="52"/>
      </p:cViewPr>
      <p:guideLst/>
    </p:cSldViewPr>
  </p:slideViewPr>
  <p:outlineViewPr>
    <p:cViewPr>
      <p:scale>
        <a:sx n="33" d="100"/>
        <a:sy n="33" d="100"/>
      </p:scale>
      <p:origin x="0" y="-13548"/>
    </p:cViewPr>
  </p:outlin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" d="1"/>
        <a:sy n="1" d="1"/>
      </p:scale>
      <p:origin x="0" y="-26814"/>
    </p:cViewPr>
  </p:sorterViewPr>
  <p:notesViewPr>
    <p:cSldViewPr snapToObjects="1" showGuides="1">
      <p:cViewPr varScale="1">
        <p:scale>
          <a:sx n="79" d="100"/>
          <a:sy n="79" d="100"/>
        </p:scale>
        <p:origin x="2172" y="114"/>
      </p:cViewPr>
      <p:guideLst>
        <p:guide orient="horz" pos="2909"/>
        <p:guide pos="218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viewProps" Target="viewProps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angela De Giosa" userId="93e80f3d-c527-44c3-887d-a4a8450fb368" providerId="ADAL" clId="{36F6E5C4-A75B-42D9-BE37-43AB7CFBDC77}"/>
    <pc:docChg chg="undo custSel addSld delSld modSld sldOrd modSection">
      <pc:chgData name="Rosangela De Giosa" userId="93e80f3d-c527-44c3-887d-a4a8450fb368" providerId="ADAL" clId="{36F6E5C4-A75B-42D9-BE37-43AB7CFBDC77}" dt="2025-06-23T06:46:05.971" v="193" actId="1076"/>
      <pc:docMkLst>
        <pc:docMk/>
      </pc:docMkLst>
      <pc:sldChg chg="addSp delSp modSp mod">
        <pc:chgData name="Rosangela De Giosa" userId="93e80f3d-c527-44c3-887d-a4a8450fb368" providerId="ADAL" clId="{36F6E5C4-A75B-42D9-BE37-43AB7CFBDC77}" dt="2025-06-23T06:39:10.094" v="125" actId="1076"/>
        <pc:sldMkLst>
          <pc:docMk/>
          <pc:sldMk cId="3495959159" sldId="1881839146"/>
        </pc:sldMkLst>
        <pc:spChg chg="add mod">
          <ac:chgData name="Rosangela De Giosa" userId="93e80f3d-c527-44c3-887d-a4a8450fb368" providerId="ADAL" clId="{36F6E5C4-A75B-42D9-BE37-43AB7CFBDC77}" dt="2025-06-23T06:32:47.397" v="63" actId="1076"/>
          <ac:spMkLst>
            <pc:docMk/>
            <pc:sldMk cId="3495959159" sldId="1881839146"/>
            <ac:spMk id="2" creationId="{DD107EFB-6DB0-39EC-5BFF-9CD28BC18DE7}"/>
          </ac:spMkLst>
        </pc:spChg>
        <pc:spChg chg="mod">
          <ac:chgData name="Rosangela De Giosa" userId="93e80f3d-c527-44c3-887d-a4a8450fb368" providerId="ADAL" clId="{36F6E5C4-A75B-42D9-BE37-43AB7CFBDC77}" dt="2025-06-23T06:34:05.221" v="78" actId="255"/>
          <ac:spMkLst>
            <pc:docMk/>
            <pc:sldMk cId="3495959159" sldId="1881839146"/>
            <ac:spMk id="5" creationId="{0E1E25A1-93ED-2C99-B66F-84649A7BF24D}"/>
          </ac:spMkLst>
        </pc:spChg>
        <pc:spChg chg="del">
          <ac:chgData name="Rosangela De Giosa" userId="93e80f3d-c527-44c3-887d-a4a8450fb368" providerId="ADAL" clId="{36F6E5C4-A75B-42D9-BE37-43AB7CFBDC77}" dt="2025-06-23T06:32:35.911" v="59" actId="478"/>
          <ac:spMkLst>
            <pc:docMk/>
            <pc:sldMk cId="3495959159" sldId="1881839146"/>
            <ac:spMk id="12" creationId="{B6E41155-3872-57BB-40A7-04DB74C437D0}"/>
          </ac:spMkLst>
        </pc:spChg>
        <pc:picChg chg="mod modCrop">
          <ac:chgData name="Rosangela De Giosa" userId="93e80f3d-c527-44c3-887d-a4a8450fb368" providerId="ADAL" clId="{36F6E5C4-A75B-42D9-BE37-43AB7CFBDC77}" dt="2025-06-23T06:39:10.094" v="125" actId="1076"/>
          <ac:picMkLst>
            <pc:docMk/>
            <pc:sldMk cId="3495959159" sldId="1881839146"/>
            <ac:picMk id="4" creationId="{892DBF41-226E-C050-A93E-5B6AE0A7529D}"/>
          </ac:picMkLst>
        </pc:picChg>
      </pc:sldChg>
      <pc:sldChg chg="del">
        <pc:chgData name="Rosangela De Giosa" userId="93e80f3d-c527-44c3-887d-a4a8450fb368" providerId="ADAL" clId="{36F6E5C4-A75B-42D9-BE37-43AB7CFBDC77}" dt="2025-06-23T06:38:06.498" v="116" actId="47"/>
        <pc:sldMkLst>
          <pc:docMk/>
          <pc:sldMk cId="1677347014" sldId="1881839148"/>
        </pc:sldMkLst>
      </pc:sldChg>
      <pc:sldChg chg="del">
        <pc:chgData name="Rosangela De Giosa" userId="93e80f3d-c527-44c3-887d-a4a8450fb368" providerId="ADAL" clId="{36F6E5C4-A75B-42D9-BE37-43AB7CFBDC77}" dt="2025-06-23T06:38:13.748" v="119" actId="47"/>
        <pc:sldMkLst>
          <pc:docMk/>
          <pc:sldMk cId="3496852952" sldId="1881839149"/>
        </pc:sldMkLst>
      </pc:sldChg>
      <pc:sldChg chg="del">
        <pc:chgData name="Rosangela De Giosa" userId="93e80f3d-c527-44c3-887d-a4a8450fb368" providerId="ADAL" clId="{36F6E5C4-A75B-42D9-BE37-43AB7CFBDC77}" dt="2025-06-23T06:38:11.893" v="118" actId="47"/>
        <pc:sldMkLst>
          <pc:docMk/>
          <pc:sldMk cId="977821069" sldId="1881839150"/>
        </pc:sldMkLst>
      </pc:sldChg>
      <pc:sldChg chg="del">
        <pc:chgData name="Rosangela De Giosa" userId="93e80f3d-c527-44c3-887d-a4a8450fb368" providerId="ADAL" clId="{36F6E5C4-A75B-42D9-BE37-43AB7CFBDC77}" dt="2025-06-23T06:38:10.114" v="117" actId="47"/>
        <pc:sldMkLst>
          <pc:docMk/>
          <pc:sldMk cId="1273998595" sldId="1881839151"/>
        </pc:sldMkLst>
      </pc:sldChg>
      <pc:sldChg chg="modSp add mod">
        <pc:chgData name="Rosangela De Giosa" userId="93e80f3d-c527-44c3-887d-a4a8450fb368" providerId="ADAL" clId="{36F6E5C4-A75B-42D9-BE37-43AB7CFBDC77}" dt="2025-06-23T06:40:00.649" v="133" actId="1076"/>
        <pc:sldMkLst>
          <pc:docMk/>
          <pc:sldMk cId="305551966" sldId="1881839160"/>
        </pc:sldMkLst>
        <pc:spChg chg="mod">
          <ac:chgData name="Rosangela De Giosa" userId="93e80f3d-c527-44c3-887d-a4a8450fb368" providerId="ADAL" clId="{36F6E5C4-A75B-42D9-BE37-43AB7CFBDC77}" dt="2025-06-23T06:33:10.551" v="66"/>
          <ac:spMkLst>
            <pc:docMk/>
            <pc:sldMk cId="305551966" sldId="1881839160"/>
            <ac:spMk id="2" creationId="{884A6F33-7D2F-3100-FFD5-9DCB193D9732}"/>
          </ac:spMkLst>
        </pc:spChg>
        <pc:spChg chg="mod">
          <ac:chgData name="Rosangela De Giosa" userId="93e80f3d-c527-44c3-887d-a4a8450fb368" providerId="ADAL" clId="{36F6E5C4-A75B-42D9-BE37-43AB7CFBDC77}" dt="2025-06-23T06:34:10.207" v="79" actId="255"/>
          <ac:spMkLst>
            <pc:docMk/>
            <pc:sldMk cId="305551966" sldId="1881839160"/>
            <ac:spMk id="5" creationId="{E8BDA9CE-46C8-C3F0-8AF4-0232BD16ED21}"/>
          </ac:spMkLst>
        </pc:spChg>
        <pc:picChg chg="mod modCrop">
          <ac:chgData name="Rosangela De Giosa" userId="93e80f3d-c527-44c3-887d-a4a8450fb368" providerId="ADAL" clId="{36F6E5C4-A75B-42D9-BE37-43AB7CFBDC77}" dt="2025-06-23T06:40:00.649" v="133" actId="1076"/>
          <ac:picMkLst>
            <pc:docMk/>
            <pc:sldMk cId="305551966" sldId="1881839160"/>
            <ac:picMk id="4" creationId="{E3A3E590-9697-C1C4-BEB3-59632B7C6C0F}"/>
          </ac:picMkLst>
        </pc:picChg>
      </pc:sldChg>
      <pc:sldChg chg="modSp add mod">
        <pc:chgData name="Rosangela De Giosa" userId="93e80f3d-c527-44c3-887d-a4a8450fb368" providerId="ADAL" clId="{36F6E5C4-A75B-42D9-BE37-43AB7CFBDC77}" dt="2025-06-23T06:40:53.346" v="144" actId="14100"/>
        <pc:sldMkLst>
          <pc:docMk/>
          <pc:sldMk cId="2529403554" sldId="1881839161"/>
        </pc:sldMkLst>
        <pc:spChg chg="mod">
          <ac:chgData name="Rosangela De Giosa" userId="93e80f3d-c527-44c3-887d-a4a8450fb368" providerId="ADAL" clId="{36F6E5C4-A75B-42D9-BE37-43AB7CFBDC77}" dt="2025-06-23T06:34:31.573" v="81"/>
          <ac:spMkLst>
            <pc:docMk/>
            <pc:sldMk cId="2529403554" sldId="1881839161"/>
            <ac:spMk id="2" creationId="{5C8D35AC-8BDF-DAD8-5EF5-C323F20B47FF}"/>
          </ac:spMkLst>
        </pc:spChg>
        <pc:spChg chg="mod">
          <ac:chgData name="Rosangela De Giosa" userId="93e80f3d-c527-44c3-887d-a4a8450fb368" providerId="ADAL" clId="{36F6E5C4-A75B-42D9-BE37-43AB7CFBDC77}" dt="2025-06-23T06:35:06.278" v="88" actId="115"/>
          <ac:spMkLst>
            <pc:docMk/>
            <pc:sldMk cId="2529403554" sldId="1881839161"/>
            <ac:spMk id="5" creationId="{625BA77E-DFFF-59DE-9292-2C1B19B2E6E0}"/>
          </ac:spMkLst>
        </pc:spChg>
        <pc:picChg chg="mod modCrop">
          <ac:chgData name="Rosangela De Giosa" userId="93e80f3d-c527-44c3-887d-a4a8450fb368" providerId="ADAL" clId="{36F6E5C4-A75B-42D9-BE37-43AB7CFBDC77}" dt="2025-06-23T06:40:53.346" v="144" actId="14100"/>
          <ac:picMkLst>
            <pc:docMk/>
            <pc:sldMk cId="2529403554" sldId="1881839161"/>
            <ac:picMk id="4" creationId="{A77F3AC6-92A6-6A44-497F-E152C41BA3C7}"/>
          </ac:picMkLst>
        </pc:picChg>
      </pc:sldChg>
      <pc:sldChg chg="modSp add mod">
        <pc:chgData name="Rosangela De Giosa" userId="93e80f3d-c527-44c3-887d-a4a8450fb368" providerId="ADAL" clId="{36F6E5C4-A75B-42D9-BE37-43AB7CFBDC77}" dt="2025-06-23T06:36:02.763" v="97" actId="115"/>
        <pc:sldMkLst>
          <pc:docMk/>
          <pc:sldMk cId="2273066813" sldId="1881839162"/>
        </pc:sldMkLst>
        <pc:spChg chg="mod">
          <ac:chgData name="Rosangela De Giosa" userId="93e80f3d-c527-44c3-887d-a4a8450fb368" providerId="ADAL" clId="{36F6E5C4-A75B-42D9-BE37-43AB7CFBDC77}" dt="2025-06-23T06:35:26.891" v="90"/>
          <ac:spMkLst>
            <pc:docMk/>
            <pc:sldMk cId="2273066813" sldId="1881839162"/>
            <ac:spMk id="2" creationId="{7752E4E2-BD7A-94FA-139A-8CAA83DF3446}"/>
          </ac:spMkLst>
        </pc:spChg>
        <pc:spChg chg="mod">
          <ac:chgData name="Rosangela De Giosa" userId="93e80f3d-c527-44c3-887d-a4a8450fb368" providerId="ADAL" clId="{36F6E5C4-A75B-42D9-BE37-43AB7CFBDC77}" dt="2025-06-23T06:36:02.763" v="97" actId="115"/>
          <ac:spMkLst>
            <pc:docMk/>
            <pc:sldMk cId="2273066813" sldId="1881839162"/>
            <ac:spMk id="5" creationId="{39580DA2-7600-0148-EE92-E24685F711D3}"/>
          </ac:spMkLst>
        </pc:spChg>
      </pc:sldChg>
      <pc:sldChg chg="addSp modSp add mod">
        <pc:chgData name="Rosangela De Giosa" userId="93e80f3d-c527-44c3-887d-a4a8450fb368" providerId="ADAL" clId="{36F6E5C4-A75B-42D9-BE37-43AB7CFBDC77}" dt="2025-06-23T06:44:09.993" v="173" actId="1076"/>
        <pc:sldMkLst>
          <pc:docMk/>
          <pc:sldMk cId="1306954695" sldId="1881839163"/>
        </pc:sldMkLst>
        <pc:spChg chg="mod">
          <ac:chgData name="Rosangela De Giosa" userId="93e80f3d-c527-44c3-887d-a4a8450fb368" providerId="ADAL" clId="{36F6E5C4-A75B-42D9-BE37-43AB7CFBDC77}" dt="2025-06-23T06:44:09.993" v="173" actId="1076"/>
          <ac:spMkLst>
            <pc:docMk/>
            <pc:sldMk cId="1306954695" sldId="1881839163"/>
            <ac:spMk id="2" creationId="{11BCBBDD-BA30-1714-447A-977378ACD1CF}"/>
          </ac:spMkLst>
        </pc:spChg>
        <pc:spChg chg="add mod">
          <ac:chgData name="Rosangela De Giosa" userId="93e80f3d-c527-44c3-887d-a4a8450fb368" providerId="ADAL" clId="{36F6E5C4-A75B-42D9-BE37-43AB7CFBDC77}" dt="2025-06-23T06:44:09.072" v="172"/>
          <ac:spMkLst>
            <pc:docMk/>
            <pc:sldMk cId="1306954695" sldId="1881839163"/>
            <ac:spMk id="3" creationId="{5195AA16-989D-8ACD-82EB-31E22C794684}"/>
          </ac:spMkLst>
        </pc:spChg>
        <pc:spChg chg="mod">
          <ac:chgData name="Rosangela De Giosa" userId="93e80f3d-c527-44c3-887d-a4a8450fb368" providerId="ADAL" clId="{36F6E5C4-A75B-42D9-BE37-43AB7CFBDC77}" dt="2025-06-23T06:44:09.993" v="173" actId="1076"/>
          <ac:spMkLst>
            <pc:docMk/>
            <pc:sldMk cId="1306954695" sldId="1881839163"/>
            <ac:spMk id="5" creationId="{EFFC1512-EE7C-36AB-4920-E6F140620617}"/>
          </ac:spMkLst>
        </pc:spChg>
        <pc:picChg chg="mod modCrop">
          <ac:chgData name="Rosangela De Giosa" userId="93e80f3d-c527-44c3-887d-a4a8450fb368" providerId="ADAL" clId="{36F6E5C4-A75B-42D9-BE37-43AB7CFBDC77}" dt="2025-06-23T06:41:49.024" v="152" actId="1076"/>
          <ac:picMkLst>
            <pc:docMk/>
            <pc:sldMk cId="1306954695" sldId="1881839163"/>
            <ac:picMk id="4" creationId="{18B00A80-AE50-B87C-1E6D-F109DEFB7E83}"/>
          </ac:picMkLst>
        </pc:picChg>
      </pc:sldChg>
      <pc:sldChg chg="delSp modSp add mod ord">
        <pc:chgData name="Rosangela De Giosa" userId="93e80f3d-c527-44c3-887d-a4a8450fb368" providerId="ADAL" clId="{36F6E5C4-A75B-42D9-BE37-43AB7CFBDC77}" dt="2025-06-23T06:46:05.971" v="193" actId="1076"/>
        <pc:sldMkLst>
          <pc:docMk/>
          <pc:sldMk cId="2284937611" sldId="1881839164"/>
        </pc:sldMkLst>
        <pc:spChg chg="del">
          <ac:chgData name="Rosangela De Giosa" userId="93e80f3d-c527-44c3-887d-a4a8450fb368" providerId="ADAL" clId="{36F6E5C4-A75B-42D9-BE37-43AB7CFBDC77}" dt="2025-06-23T06:44:29.752" v="178" actId="478"/>
          <ac:spMkLst>
            <pc:docMk/>
            <pc:sldMk cId="2284937611" sldId="1881839164"/>
            <ac:spMk id="2" creationId="{B198719F-A18C-04C1-4938-CA22105AF221}"/>
          </ac:spMkLst>
        </pc:spChg>
        <pc:spChg chg="del">
          <ac:chgData name="Rosangela De Giosa" userId="93e80f3d-c527-44c3-887d-a4a8450fb368" providerId="ADAL" clId="{36F6E5C4-A75B-42D9-BE37-43AB7CFBDC77}" dt="2025-06-23T06:44:26.846" v="177" actId="478"/>
          <ac:spMkLst>
            <pc:docMk/>
            <pc:sldMk cId="2284937611" sldId="1881839164"/>
            <ac:spMk id="5" creationId="{DF55BD2D-D4ED-5329-7AC1-EDBE7552E5FC}"/>
          </ac:spMkLst>
        </pc:spChg>
        <pc:picChg chg="mod modCrop">
          <ac:chgData name="Rosangela De Giosa" userId="93e80f3d-c527-44c3-887d-a4a8450fb368" providerId="ADAL" clId="{36F6E5C4-A75B-42D9-BE37-43AB7CFBDC77}" dt="2025-06-23T06:46:05.971" v="193" actId="1076"/>
          <ac:picMkLst>
            <pc:docMk/>
            <pc:sldMk cId="2284937611" sldId="1881839164"/>
            <ac:picMk id="4" creationId="{2FDF4501-45C0-A82B-DC3C-8BC110F47110}"/>
          </ac:picMkLst>
        </pc:picChg>
      </pc:sldChg>
    </pc:docChg>
  </pc:docChgLst>
  <pc:docChgLst>
    <pc:chgData name="Rosangela De Giosa" userId="93e80f3d-c527-44c3-887d-a4a8450fb368" providerId="ADAL" clId="{F2507DDE-EDEB-431C-8591-C3AD14965797}"/>
    <pc:docChg chg="undo redo custSel addSld delSld modSld sldOrd delSection modSection">
      <pc:chgData name="Rosangela De Giosa" userId="93e80f3d-c527-44c3-887d-a4a8450fb368" providerId="ADAL" clId="{F2507DDE-EDEB-431C-8591-C3AD14965797}" dt="2025-06-17T16:20:51.638" v="2259" actId="113"/>
      <pc:docMkLst>
        <pc:docMk/>
      </pc:docMkLst>
      <pc:sldChg chg="del">
        <pc:chgData name="Rosangela De Giosa" userId="93e80f3d-c527-44c3-887d-a4a8450fb368" providerId="ADAL" clId="{F2507DDE-EDEB-431C-8591-C3AD14965797}" dt="2025-06-17T15:53:47.118" v="1880" actId="47"/>
        <pc:sldMkLst>
          <pc:docMk/>
          <pc:sldMk cId="3975885782" sldId="303"/>
        </pc:sldMkLst>
      </pc:sldChg>
      <pc:sldChg chg="addSp delSp modSp add del mod ord modClrScheme chgLayout">
        <pc:chgData name="Rosangela De Giosa" userId="93e80f3d-c527-44c3-887d-a4a8450fb368" providerId="ADAL" clId="{F2507DDE-EDEB-431C-8591-C3AD14965797}" dt="2025-06-17T16:17:07.470" v="2227" actId="478"/>
        <pc:sldMkLst>
          <pc:docMk/>
          <pc:sldMk cId="3859523569" sldId="316"/>
        </pc:sldMkLst>
        <pc:spChg chg="add mod">
          <ac:chgData name="Rosangela De Giosa" userId="93e80f3d-c527-44c3-887d-a4a8450fb368" providerId="ADAL" clId="{F2507DDE-EDEB-431C-8591-C3AD14965797}" dt="2025-05-31T12:24:52.606" v="333"/>
          <ac:spMkLst>
            <pc:docMk/>
            <pc:sldMk cId="3859523569" sldId="316"/>
            <ac:spMk id="3" creationId="{3E92A3B1-1A8B-B651-D2B8-63161B42CEF5}"/>
          </ac:spMkLst>
        </pc:spChg>
        <pc:spChg chg="add mod">
          <ac:chgData name="Rosangela De Giosa" userId="93e80f3d-c527-44c3-887d-a4a8450fb368" providerId="ADAL" clId="{F2507DDE-EDEB-431C-8591-C3AD14965797}" dt="2025-05-31T12:26:26.581" v="340"/>
          <ac:spMkLst>
            <pc:docMk/>
            <pc:sldMk cId="3859523569" sldId="316"/>
            <ac:spMk id="4" creationId="{BCCB93ED-968F-BA06-2A75-D24544BF9B1F}"/>
          </ac:spMkLst>
        </pc:spChg>
        <pc:spChg chg="mod ord">
          <ac:chgData name="Rosangela De Giosa" userId="93e80f3d-c527-44c3-887d-a4a8450fb368" providerId="ADAL" clId="{F2507DDE-EDEB-431C-8591-C3AD14965797}" dt="2025-05-31T12:25:41.946" v="337" actId="255"/>
          <ac:spMkLst>
            <pc:docMk/>
            <pc:sldMk cId="3859523569" sldId="316"/>
            <ac:spMk id="8" creationId="{01C0F2D9-589A-5443-F977-6038BD06B4BD}"/>
          </ac:spMkLst>
        </pc:spChg>
        <pc:spChg chg="mod">
          <ac:chgData name="Rosangela De Giosa" userId="93e80f3d-c527-44c3-887d-a4a8450fb368" providerId="ADAL" clId="{F2507DDE-EDEB-431C-8591-C3AD14965797}" dt="2025-05-31T12:26:31.962" v="341"/>
          <ac:spMkLst>
            <pc:docMk/>
            <pc:sldMk cId="3859523569" sldId="316"/>
            <ac:spMk id="10" creationId="{D87607A9-BB60-7CA6-A055-ADD7D7397F4D}"/>
          </ac:spMkLst>
        </pc:spChg>
        <pc:spChg chg="mod ord">
          <ac:chgData name="Rosangela De Giosa" userId="93e80f3d-c527-44c3-887d-a4a8450fb368" providerId="ADAL" clId="{F2507DDE-EDEB-431C-8591-C3AD14965797}" dt="2025-05-31T12:25:24.183" v="334" actId="700"/>
          <ac:spMkLst>
            <pc:docMk/>
            <pc:sldMk cId="3859523569" sldId="316"/>
            <ac:spMk id="12" creationId="{E198CFE6-6DE2-2C53-6DED-8BE22EE73EDD}"/>
          </ac:spMkLst>
        </pc:spChg>
        <pc:spChg chg="mod">
          <ac:chgData name="Rosangela De Giosa" userId="93e80f3d-c527-44c3-887d-a4a8450fb368" providerId="ADAL" clId="{F2507DDE-EDEB-431C-8591-C3AD14965797}" dt="2025-05-31T12:26:31.962" v="341"/>
          <ac:spMkLst>
            <pc:docMk/>
            <pc:sldMk cId="3859523569" sldId="316"/>
            <ac:spMk id="16" creationId="{E8C9FEB0-8207-87C5-C935-852F53F918DE}"/>
          </ac:spMkLst>
        </pc:spChg>
        <pc:spChg chg="mod">
          <ac:chgData name="Rosangela De Giosa" userId="93e80f3d-c527-44c3-887d-a4a8450fb368" providerId="ADAL" clId="{F2507DDE-EDEB-431C-8591-C3AD14965797}" dt="2025-05-31T12:26:31.962" v="341"/>
          <ac:spMkLst>
            <pc:docMk/>
            <pc:sldMk cId="3859523569" sldId="316"/>
            <ac:spMk id="21" creationId="{4FC8C2D1-9379-E2DD-9E9F-9AFDF82FEA5D}"/>
          </ac:spMkLst>
        </pc:spChg>
        <pc:spChg chg="mod">
          <ac:chgData name="Rosangela De Giosa" userId="93e80f3d-c527-44c3-887d-a4a8450fb368" providerId="ADAL" clId="{F2507DDE-EDEB-431C-8591-C3AD14965797}" dt="2025-05-31T12:26:31.962" v="341"/>
          <ac:spMkLst>
            <pc:docMk/>
            <pc:sldMk cId="3859523569" sldId="316"/>
            <ac:spMk id="23" creationId="{07E24B50-0668-A93D-562B-3E2EA7848DAE}"/>
          </ac:spMkLst>
        </pc:spChg>
        <pc:spChg chg="mod">
          <ac:chgData name="Rosangela De Giosa" userId="93e80f3d-c527-44c3-887d-a4a8450fb368" providerId="ADAL" clId="{F2507DDE-EDEB-431C-8591-C3AD14965797}" dt="2025-05-31T12:26:31.962" v="341"/>
          <ac:spMkLst>
            <pc:docMk/>
            <pc:sldMk cId="3859523569" sldId="316"/>
            <ac:spMk id="24" creationId="{35FEF0A4-2514-9B07-7DD7-E1C28116A584}"/>
          </ac:spMkLst>
        </pc:spChg>
        <pc:spChg chg="mod">
          <ac:chgData name="Rosangela De Giosa" userId="93e80f3d-c527-44c3-887d-a4a8450fb368" providerId="ADAL" clId="{F2507DDE-EDEB-431C-8591-C3AD14965797}" dt="2025-05-31T12:26:31.962" v="341"/>
          <ac:spMkLst>
            <pc:docMk/>
            <pc:sldMk cId="3859523569" sldId="316"/>
            <ac:spMk id="31" creationId="{750D61A9-F4DC-021A-6DDC-DF3F34A20E4C}"/>
          </ac:spMkLst>
        </pc:spChg>
        <pc:spChg chg="mod">
          <ac:chgData name="Rosangela De Giosa" userId="93e80f3d-c527-44c3-887d-a4a8450fb368" providerId="ADAL" clId="{F2507DDE-EDEB-431C-8591-C3AD14965797}" dt="2025-05-31T12:26:31.962" v="341"/>
          <ac:spMkLst>
            <pc:docMk/>
            <pc:sldMk cId="3859523569" sldId="316"/>
            <ac:spMk id="33" creationId="{F6C5A9BC-C405-4B3F-ADFE-FD41B3F3A062}"/>
          </ac:spMkLst>
        </pc:spChg>
        <pc:spChg chg="mod">
          <ac:chgData name="Rosangela De Giosa" userId="93e80f3d-c527-44c3-887d-a4a8450fb368" providerId="ADAL" clId="{F2507DDE-EDEB-431C-8591-C3AD14965797}" dt="2025-05-31T12:26:31.962" v="341"/>
          <ac:spMkLst>
            <pc:docMk/>
            <pc:sldMk cId="3859523569" sldId="316"/>
            <ac:spMk id="38" creationId="{085F86BC-523A-0003-810E-46C411D82078}"/>
          </ac:spMkLst>
        </pc:spChg>
        <pc:spChg chg="mod">
          <ac:chgData name="Rosangela De Giosa" userId="93e80f3d-c527-44c3-887d-a4a8450fb368" providerId="ADAL" clId="{F2507DDE-EDEB-431C-8591-C3AD14965797}" dt="2025-05-31T12:26:31.962" v="341"/>
          <ac:spMkLst>
            <pc:docMk/>
            <pc:sldMk cId="3859523569" sldId="316"/>
            <ac:spMk id="41" creationId="{B3E72984-53DB-6081-606D-B58820A9C7FF}"/>
          </ac:spMkLst>
        </pc:spChg>
        <pc:spChg chg="mod">
          <ac:chgData name="Rosangela De Giosa" userId="93e80f3d-c527-44c3-887d-a4a8450fb368" providerId="ADAL" clId="{F2507DDE-EDEB-431C-8591-C3AD14965797}" dt="2025-05-31T12:26:31.962" v="341"/>
          <ac:spMkLst>
            <pc:docMk/>
            <pc:sldMk cId="3859523569" sldId="316"/>
            <ac:spMk id="42" creationId="{6BD1B54B-B8B4-CAFE-A680-D1D19712D2BE}"/>
          </ac:spMkLst>
        </pc:spChg>
        <pc:spChg chg="add mod">
          <ac:chgData name="Rosangela De Giosa" userId="93e80f3d-c527-44c3-887d-a4a8450fb368" providerId="ADAL" clId="{F2507DDE-EDEB-431C-8591-C3AD14965797}" dt="2025-05-31T12:28:02.334" v="375" actId="20577"/>
          <ac:spMkLst>
            <pc:docMk/>
            <pc:sldMk cId="3859523569" sldId="316"/>
            <ac:spMk id="43" creationId="{4AD35DCD-FE8F-2E0B-1F6D-98768D6A79BE}"/>
          </ac:spMkLst>
        </pc:spChg>
        <pc:spChg chg="add mod">
          <ac:chgData name="Rosangela De Giosa" userId="93e80f3d-c527-44c3-887d-a4a8450fb368" providerId="ADAL" clId="{F2507DDE-EDEB-431C-8591-C3AD14965797}" dt="2025-05-31T12:27:47.121" v="358"/>
          <ac:spMkLst>
            <pc:docMk/>
            <pc:sldMk cId="3859523569" sldId="316"/>
            <ac:spMk id="44" creationId="{B8EBD06A-78A5-72F2-D734-63B2D4426698}"/>
          </ac:spMkLst>
        </pc:spChg>
        <pc:spChg chg="add mod">
          <ac:chgData name="Rosangela De Giosa" userId="93e80f3d-c527-44c3-887d-a4a8450fb368" providerId="ADAL" clId="{F2507DDE-EDEB-431C-8591-C3AD14965797}" dt="2025-05-31T12:28:31.111" v="391" actId="20577"/>
          <ac:spMkLst>
            <pc:docMk/>
            <pc:sldMk cId="3859523569" sldId="316"/>
            <ac:spMk id="48" creationId="{DA34297D-EDBD-5619-AD66-E69E4E64F2C6}"/>
          </ac:spMkLst>
        </pc:spChg>
        <pc:spChg chg="add mod">
          <ac:chgData name="Rosangela De Giosa" userId="93e80f3d-c527-44c3-887d-a4a8450fb368" providerId="ADAL" clId="{F2507DDE-EDEB-431C-8591-C3AD14965797}" dt="2025-05-31T12:31:36.817" v="417" actId="1076"/>
          <ac:spMkLst>
            <pc:docMk/>
            <pc:sldMk cId="3859523569" sldId="316"/>
            <ac:spMk id="49" creationId="{61F9AD00-3BB4-6468-5EDA-136F56F0CDD5}"/>
          </ac:spMkLst>
        </pc:spChg>
        <pc:spChg chg="add mod">
          <ac:chgData name="Rosangela De Giosa" userId="93e80f3d-c527-44c3-887d-a4a8450fb368" providerId="ADAL" clId="{F2507DDE-EDEB-431C-8591-C3AD14965797}" dt="2025-05-31T12:31:42.875" v="418" actId="1076"/>
          <ac:spMkLst>
            <pc:docMk/>
            <pc:sldMk cId="3859523569" sldId="316"/>
            <ac:spMk id="51" creationId="{062D0A3B-B575-441F-C2B7-528E2393B3F5}"/>
          </ac:spMkLst>
        </pc:spChg>
        <pc:spChg chg="add mod">
          <ac:chgData name="Rosangela De Giosa" userId="93e80f3d-c527-44c3-887d-a4a8450fb368" providerId="ADAL" clId="{F2507DDE-EDEB-431C-8591-C3AD14965797}" dt="2025-05-31T12:33:53.633" v="440" actId="1076"/>
          <ac:spMkLst>
            <pc:docMk/>
            <pc:sldMk cId="3859523569" sldId="316"/>
            <ac:spMk id="54" creationId="{9BB6768F-D792-1BB8-B217-041268BA953B}"/>
          </ac:spMkLst>
        </pc:spChg>
        <pc:spChg chg="add mod">
          <ac:chgData name="Rosangela De Giosa" userId="93e80f3d-c527-44c3-887d-a4a8450fb368" providerId="ADAL" clId="{F2507DDE-EDEB-431C-8591-C3AD14965797}" dt="2025-05-31T12:33:53.633" v="440" actId="1076"/>
          <ac:spMkLst>
            <pc:docMk/>
            <pc:sldMk cId="3859523569" sldId="316"/>
            <ac:spMk id="56" creationId="{CD15DACA-C6C7-C6A9-5E26-0F22C99176F2}"/>
          </ac:spMkLst>
        </pc:spChg>
        <pc:spChg chg="add mod">
          <ac:chgData name="Rosangela De Giosa" userId="93e80f3d-c527-44c3-887d-a4a8450fb368" providerId="ADAL" clId="{F2507DDE-EDEB-431C-8591-C3AD14965797}" dt="2025-05-31T12:33:36.097" v="438" actId="1076"/>
          <ac:spMkLst>
            <pc:docMk/>
            <pc:sldMk cId="3859523569" sldId="316"/>
            <ac:spMk id="57" creationId="{0681C10B-1F33-0FE4-95E7-8C916BCF397E}"/>
          </ac:spMkLst>
        </pc:spChg>
        <pc:spChg chg="add mod">
          <ac:chgData name="Rosangela De Giosa" userId="93e80f3d-c527-44c3-887d-a4a8450fb368" providerId="ADAL" clId="{F2507DDE-EDEB-431C-8591-C3AD14965797}" dt="2025-05-31T12:33:44.495" v="439" actId="1076"/>
          <ac:spMkLst>
            <pc:docMk/>
            <pc:sldMk cId="3859523569" sldId="316"/>
            <ac:spMk id="59" creationId="{AFC7D7D1-9AA1-A00E-B12A-CAA59FF329E4}"/>
          </ac:spMkLst>
        </pc:spChg>
        <pc:picChg chg="add mod">
          <ac:chgData name="Rosangela De Giosa" userId="93e80f3d-c527-44c3-887d-a4a8450fb368" providerId="ADAL" clId="{F2507DDE-EDEB-431C-8591-C3AD14965797}" dt="2025-05-31T12:31:36.817" v="417" actId="1076"/>
          <ac:picMkLst>
            <pc:docMk/>
            <pc:sldMk cId="3859523569" sldId="316"/>
            <ac:picMk id="50" creationId="{CA314174-BA77-F436-570E-C25AED7C6F69}"/>
          </ac:picMkLst>
        </pc:picChg>
        <pc:picChg chg="add mod">
          <ac:chgData name="Rosangela De Giosa" userId="93e80f3d-c527-44c3-887d-a4a8450fb368" providerId="ADAL" clId="{F2507DDE-EDEB-431C-8591-C3AD14965797}" dt="2025-05-31T12:30:22.288" v="406" actId="1076"/>
          <ac:picMkLst>
            <pc:docMk/>
            <pc:sldMk cId="3859523569" sldId="316"/>
            <ac:picMk id="53" creationId="{CB47FD66-3A4E-F5FD-4D80-45ABC39DE4B9}"/>
          </ac:picMkLst>
        </pc:picChg>
        <pc:picChg chg="add mod">
          <ac:chgData name="Rosangela De Giosa" userId="93e80f3d-c527-44c3-887d-a4a8450fb368" providerId="ADAL" clId="{F2507DDE-EDEB-431C-8591-C3AD14965797}" dt="2025-05-31T12:33:53.633" v="440" actId="1076"/>
          <ac:picMkLst>
            <pc:docMk/>
            <pc:sldMk cId="3859523569" sldId="316"/>
            <ac:picMk id="55" creationId="{50FC9B54-4D43-C3DE-86FE-AA75B82705D6}"/>
          </ac:picMkLst>
        </pc:picChg>
        <pc:picChg chg="add mod">
          <ac:chgData name="Rosangela De Giosa" userId="93e80f3d-c527-44c3-887d-a4a8450fb368" providerId="ADAL" clId="{F2507DDE-EDEB-431C-8591-C3AD14965797}" dt="2025-05-31T12:33:36.097" v="438" actId="1076"/>
          <ac:picMkLst>
            <pc:docMk/>
            <pc:sldMk cId="3859523569" sldId="316"/>
            <ac:picMk id="58" creationId="{04BBBB6A-A2D2-10CD-95A2-8748300F2A75}"/>
          </ac:picMkLst>
        </pc:picChg>
      </pc:sldChg>
      <pc:sldChg chg="del">
        <pc:chgData name="Rosangela De Giosa" userId="93e80f3d-c527-44c3-887d-a4a8450fb368" providerId="ADAL" clId="{F2507DDE-EDEB-431C-8591-C3AD14965797}" dt="2025-06-17T15:53:44.486" v="1831" actId="47"/>
        <pc:sldMkLst>
          <pc:docMk/>
          <pc:sldMk cId="3349765072" sldId="339"/>
        </pc:sldMkLst>
      </pc:sldChg>
      <pc:sldChg chg="del">
        <pc:chgData name="Rosangela De Giosa" userId="93e80f3d-c527-44c3-887d-a4a8450fb368" providerId="ADAL" clId="{F2507DDE-EDEB-431C-8591-C3AD14965797}" dt="2025-06-17T15:53:44.521" v="1832" actId="47"/>
        <pc:sldMkLst>
          <pc:docMk/>
          <pc:sldMk cId="557853929" sldId="366"/>
        </pc:sldMkLst>
      </pc:sldChg>
      <pc:sldChg chg="addSp delSp modSp mod">
        <pc:chgData name="Rosangela De Giosa" userId="93e80f3d-c527-44c3-887d-a4a8450fb368" providerId="ADAL" clId="{F2507DDE-EDEB-431C-8591-C3AD14965797}" dt="2025-05-31T12:01:52.565" v="134" actId="478"/>
        <pc:sldMkLst>
          <pc:docMk/>
          <pc:sldMk cId="3359828720" sldId="419"/>
        </pc:sldMkLst>
      </pc:sldChg>
      <pc:sldChg chg="del">
        <pc:chgData name="Rosangela De Giosa" userId="93e80f3d-c527-44c3-887d-a4a8450fb368" providerId="ADAL" clId="{F2507DDE-EDEB-431C-8591-C3AD14965797}" dt="2025-06-17T15:53:44.865" v="1839" actId="47"/>
        <pc:sldMkLst>
          <pc:docMk/>
          <pc:sldMk cId="225636079" sldId="1881838902"/>
        </pc:sldMkLst>
      </pc:sldChg>
      <pc:sldChg chg="del">
        <pc:chgData name="Rosangela De Giosa" userId="93e80f3d-c527-44c3-887d-a4a8450fb368" providerId="ADAL" clId="{F2507DDE-EDEB-431C-8591-C3AD14965797}" dt="2025-06-17T15:53:44.994" v="1842" actId="47"/>
        <pc:sldMkLst>
          <pc:docMk/>
          <pc:sldMk cId="421174105" sldId="1881838903"/>
        </pc:sldMkLst>
      </pc:sldChg>
      <pc:sldChg chg="del">
        <pc:chgData name="Rosangela De Giosa" userId="93e80f3d-c527-44c3-887d-a4a8450fb368" providerId="ADAL" clId="{F2507DDE-EDEB-431C-8591-C3AD14965797}" dt="2025-06-17T15:53:44.924" v="1840" actId="47"/>
        <pc:sldMkLst>
          <pc:docMk/>
          <pc:sldMk cId="2653259218" sldId="1881838905"/>
        </pc:sldMkLst>
      </pc:sldChg>
      <pc:sldChg chg="del">
        <pc:chgData name="Rosangela De Giosa" userId="93e80f3d-c527-44c3-887d-a4a8450fb368" providerId="ADAL" clId="{F2507DDE-EDEB-431C-8591-C3AD14965797}" dt="2025-06-17T15:53:44.963" v="1841" actId="47"/>
        <pc:sldMkLst>
          <pc:docMk/>
          <pc:sldMk cId="3408743658" sldId="1881838906"/>
        </pc:sldMkLst>
      </pc:sldChg>
      <pc:sldChg chg="del">
        <pc:chgData name="Rosangela De Giosa" userId="93e80f3d-c527-44c3-887d-a4a8450fb368" providerId="ADAL" clId="{F2507DDE-EDEB-431C-8591-C3AD14965797}" dt="2025-06-17T15:53:43.457" v="1827" actId="47"/>
        <pc:sldMkLst>
          <pc:docMk/>
          <pc:sldMk cId="2147902207" sldId="1881838956"/>
        </pc:sldMkLst>
      </pc:sldChg>
      <pc:sldChg chg="addSp delSp modSp add del mod ord">
        <pc:chgData name="Rosangela De Giosa" userId="93e80f3d-c527-44c3-887d-a4a8450fb368" providerId="ADAL" clId="{F2507DDE-EDEB-431C-8591-C3AD14965797}" dt="2025-06-17T16:18:54.270" v="2239" actId="113"/>
        <pc:sldMkLst>
          <pc:docMk/>
          <pc:sldMk cId="1785023689" sldId="1881838957"/>
        </pc:sldMkLst>
        <pc:spChg chg="add mod">
          <ac:chgData name="Rosangela De Giosa" userId="93e80f3d-c527-44c3-887d-a4a8450fb368" providerId="ADAL" clId="{F2507DDE-EDEB-431C-8591-C3AD14965797}" dt="2025-06-17T16:18:51.186" v="2238" actId="113"/>
          <ac:spMkLst>
            <pc:docMk/>
            <pc:sldMk cId="1785023689" sldId="1881838957"/>
            <ac:spMk id="4" creationId="{9B27CC6C-A49C-6C74-6631-4B1839F005AF}"/>
          </ac:spMkLst>
        </pc:spChg>
        <pc:spChg chg="add mod">
          <ac:chgData name="Rosangela De Giosa" userId="93e80f3d-c527-44c3-887d-a4a8450fb368" providerId="ADAL" clId="{F2507DDE-EDEB-431C-8591-C3AD14965797}" dt="2025-06-17T16:18:54.270" v="2239" actId="113"/>
          <ac:spMkLst>
            <pc:docMk/>
            <pc:sldMk cId="1785023689" sldId="1881838957"/>
            <ac:spMk id="5" creationId="{76AAC14A-341D-10B7-D685-F5844B073375}"/>
          </ac:spMkLst>
        </pc:spChg>
        <pc:spChg chg="mod">
          <ac:chgData name="Rosangela De Giosa" userId="93e80f3d-c527-44c3-887d-a4a8450fb368" providerId="ADAL" clId="{F2507DDE-EDEB-431C-8591-C3AD14965797}" dt="2025-06-17T15:26:29.221" v="1236" actId="1076"/>
          <ac:spMkLst>
            <pc:docMk/>
            <pc:sldMk cId="1785023689" sldId="1881838957"/>
            <ac:spMk id="8" creationId="{1ADDEFDC-5B0D-A744-8749-989B144247F0}"/>
          </ac:spMkLst>
        </pc:spChg>
      </pc:sldChg>
      <pc:sldChg chg="del">
        <pc:chgData name="Rosangela De Giosa" userId="93e80f3d-c527-44c3-887d-a4a8450fb368" providerId="ADAL" clId="{F2507DDE-EDEB-431C-8591-C3AD14965797}" dt="2025-06-17T15:53:43.877" v="1828" actId="47"/>
        <pc:sldMkLst>
          <pc:docMk/>
          <pc:sldMk cId="1340706637" sldId="1881838958"/>
        </pc:sldMkLst>
      </pc:sldChg>
      <pc:sldChg chg="del">
        <pc:chgData name="Rosangela De Giosa" userId="93e80f3d-c527-44c3-887d-a4a8450fb368" providerId="ADAL" clId="{F2507DDE-EDEB-431C-8591-C3AD14965797}" dt="2025-06-17T15:53:44.369" v="1829" actId="47"/>
        <pc:sldMkLst>
          <pc:docMk/>
          <pc:sldMk cId="2491988155" sldId="1881838959"/>
        </pc:sldMkLst>
      </pc:sldChg>
      <pc:sldChg chg="del">
        <pc:chgData name="Rosangela De Giosa" userId="93e80f3d-c527-44c3-887d-a4a8450fb368" providerId="ADAL" clId="{F2507DDE-EDEB-431C-8591-C3AD14965797}" dt="2025-06-17T15:53:44.633" v="1833" actId="47"/>
        <pc:sldMkLst>
          <pc:docMk/>
          <pc:sldMk cId="3126881477" sldId="1881838960"/>
        </pc:sldMkLst>
      </pc:sldChg>
      <pc:sldChg chg="del">
        <pc:chgData name="Rosangela De Giosa" userId="93e80f3d-c527-44c3-887d-a4a8450fb368" providerId="ADAL" clId="{F2507DDE-EDEB-431C-8591-C3AD14965797}" dt="2025-06-17T15:53:44.668" v="1834" actId="47"/>
        <pc:sldMkLst>
          <pc:docMk/>
          <pc:sldMk cId="4284176655" sldId="1881838961"/>
        </pc:sldMkLst>
      </pc:sldChg>
      <pc:sldChg chg="del">
        <pc:chgData name="Rosangela De Giosa" userId="93e80f3d-c527-44c3-887d-a4a8450fb368" providerId="ADAL" clId="{F2507DDE-EDEB-431C-8591-C3AD14965797}" dt="2025-06-17T15:53:44.690" v="1835" actId="47"/>
        <pc:sldMkLst>
          <pc:docMk/>
          <pc:sldMk cId="817646005" sldId="1881838962"/>
        </pc:sldMkLst>
      </pc:sldChg>
      <pc:sldChg chg="del">
        <pc:chgData name="Rosangela De Giosa" userId="93e80f3d-c527-44c3-887d-a4a8450fb368" providerId="ADAL" clId="{F2507DDE-EDEB-431C-8591-C3AD14965797}" dt="2025-06-17T15:53:45.132" v="1846" actId="47"/>
        <pc:sldMkLst>
          <pc:docMk/>
          <pc:sldMk cId="3076065554" sldId="1881838982"/>
        </pc:sldMkLst>
      </pc:sldChg>
      <pc:sldChg chg="del">
        <pc:chgData name="Rosangela De Giosa" userId="93e80f3d-c527-44c3-887d-a4a8450fb368" providerId="ADAL" clId="{F2507DDE-EDEB-431C-8591-C3AD14965797}" dt="2025-06-17T15:53:45.069" v="1844" actId="47"/>
        <pc:sldMkLst>
          <pc:docMk/>
          <pc:sldMk cId="3928976548" sldId="1881838993"/>
        </pc:sldMkLst>
      </pc:sldChg>
      <pc:sldChg chg="del">
        <pc:chgData name="Rosangela De Giosa" userId="93e80f3d-c527-44c3-887d-a4a8450fb368" providerId="ADAL" clId="{F2507DDE-EDEB-431C-8591-C3AD14965797}" dt="2025-06-17T15:53:44.784" v="1837" actId="47"/>
        <pc:sldMkLst>
          <pc:docMk/>
          <pc:sldMk cId="3500972499" sldId="1881838995"/>
        </pc:sldMkLst>
      </pc:sldChg>
      <pc:sldChg chg="del">
        <pc:chgData name="Rosangela De Giosa" userId="93e80f3d-c527-44c3-887d-a4a8450fb368" providerId="ADAL" clId="{F2507DDE-EDEB-431C-8591-C3AD14965797}" dt="2025-06-17T15:53:45.155" v="1847" actId="47"/>
        <pc:sldMkLst>
          <pc:docMk/>
          <pc:sldMk cId="2490355744" sldId="1881838996"/>
        </pc:sldMkLst>
      </pc:sldChg>
      <pc:sldChg chg="del">
        <pc:chgData name="Rosangela De Giosa" userId="93e80f3d-c527-44c3-887d-a4a8450fb368" providerId="ADAL" clId="{F2507DDE-EDEB-431C-8591-C3AD14965797}" dt="2025-06-17T15:53:45.251" v="1849" actId="47"/>
        <pc:sldMkLst>
          <pc:docMk/>
          <pc:sldMk cId="34690171" sldId="1881838998"/>
        </pc:sldMkLst>
      </pc:sldChg>
      <pc:sldChg chg="del">
        <pc:chgData name="Rosangela De Giosa" userId="93e80f3d-c527-44c3-887d-a4a8450fb368" providerId="ADAL" clId="{F2507DDE-EDEB-431C-8591-C3AD14965797}" dt="2025-06-17T15:53:45.306" v="1850" actId="47"/>
        <pc:sldMkLst>
          <pc:docMk/>
          <pc:sldMk cId="3206724904" sldId="1881838999"/>
        </pc:sldMkLst>
      </pc:sldChg>
      <pc:sldChg chg="del">
        <pc:chgData name="Rosangela De Giosa" userId="93e80f3d-c527-44c3-887d-a4a8450fb368" providerId="ADAL" clId="{F2507DDE-EDEB-431C-8591-C3AD14965797}" dt="2025-06-17T15:53:45.348" v="1851" actId="47"/>
        <pc:sldMkLst>
          <pc:docMk/>
          <pc:sldMk cId="1503561598" sldId="1881839000"/>
        </pc:sldMkLst>
      </pc:sldChg>
      <pc:sldChg chg="del">
        <pc:chgData name="Rosangela De Giosa" userId="93e80f3d-c527-44c3-887d-a4a8450fb368" providerId="ADAL" clId="{F2507DDE-EDEB-431C-8591-C3AD14965797}" dt="2025-06-17T15:53:45.379" v="1852" actId="47"/>
        <pc:sldMkLst>
          <pc:docMk/>
          <pc:sldMk cId="2300924599" sldId="1881839001"/>
        </pc:sldMkLst>
      </pc:sldChg>
      <pc:sldChg chg="del">
        <pc:chgData name="Rosangela De Giosa" userId="93e80f3d-c527-44c3-887d-a4a8450fb368" providerId="ADAL" clId="{F2507DDE-EDEB-431C-8591-C3AD14965797}" dt="2025-06-17T15:53:45.419" v="1853" actId="47"/>
        <pc:sldMkLst>
          <pc:docMk/>
          <pc:sldMk cId="2528543374" sldId="1881839002"/>
        </pc:sldMkLst>
      </pc:sldChg>
      <pc:sldChg chg="del">
        <pc:chgData name="Rosangela De Giosa" userId="93e80f3d-c527-44c3-887d-a4a8450fb368" providerId="ADAL" clId="{F2507DDE-EDEB-431C-8591-C3AD14965797}" dt="2025-06-17T15:53:45.465" v="1854" actId="47"/>
        <pc:sldMkLst>
          <pc:docMk/>
          <pc:sldMk cId="3032690060" sldId="1881839003"/>
        </pc:sldMkLst>
      </pc:sldChg>
      <pc:sldChg chg="del">
        <pc:chgData name="Rosangela De Giosa" userId="93e80f3d-c527-44c3-887d-a4a8450fb368" providerId="ADAL" clId="{F2507DDE-EDEB-431C-8591-C3AD14965797}" dt="2025-06-17T15:53:45.483" v="1855" actId="47"/>
        <pc:sldMkLst>
          <pc:docMk/>
          <pc:sldMk cId="130431067" sldId="1881839004"/>
        </pc:sldMkLst>
      </pc:sldChg>
      <pc:sldChg chg="del">
        <pc:chgData name="Rosangela De Giosa" userId="93e80f3d-c527-44c3-887d-a4a8450fb368" providerId="ADAL" clId="{F2507DDE-EDEB-431C-8591-C3AD14965797}" dt="2025-06-17T15:53:45.529" v="1856" actId="47"/>
        <pc:sldMkLst>
          <pc:docMk/>
          <pc:sldMk cId="684463844" sldId="1881839005"/>
        </pc:sldMkLst>
      </pc:sldChg>
      <pc:sldChg chg="del">
        <pc:chgData name="Rosangela De Giosa" userId="93e80f3d-c527-44c3-887d-a4a8450fb368" providerId="ADAL" clId="{F2507DDE-EDEB-431C-8591-C3AD14965797}" dt="2025-06-17T15:53:45.546" v="1857" actId="47"/>
        <pc:sldMkLst>
          <pc:docMk/>
          <pc:sldMk cId="886907417" sldId="1881839006"/>
        </pc:sldMkLst>
      </pc:sldChg>
      <pc:sldChg chg="del">
        <pc:chgData name="Rosangela De Giosa" userId="93e80f3d-c527-44c3-887d-a4a8450fb368" providerId="ADAL" clId="{F2507DDE-EDEB-431C-8591-C3AD14965797}" dt="2025-06-17T15:53:45.640" v="1859" actId="47"/>
        <pc:sldMkLst>
          <pc:docMk/>
          <pc:sldMk cId="783262779" sldId="1881839008"/>
        </pc:sldMkLst>
      </pc:sldChg>
      <pc:sldChg chg="del">
        <pc:chgData name="Rosangela De Giosa" userId="93e80f3d-c527-44c3-887d-a4a8450fb368" providerId="ADAL" clId="{F2507DDE-EDEB-431C-8591-C3AD14965797}" dt="2025-06-17T15:53:45.681" v="1860" actId="47"/>
        <pc:sldMkLst>
          <pc:docMk/>
          <pc:sldMk cId="1871342683" sldId="1881839009"/>
        </pc:sldMkLst>
      </pc:sldChg>
      <pc:sldChg chg="del">
        <pc:chgData name="Rosangela De Giosa" userId="93e80f3d-c527-44c3-887d-a4a8450fb368" providerId="ADAL" clId="{F2507DDE-EDEB-431C-8591-C3AD14965797}" dt="2025-06-17T15:53:45.826" v="1863" actId="47"/>
        <pc:sldMkLst>
          <pc:docMk/>
          <pc:sldMk cId="2273967950" sldId="1881839010"/>
        </pc:sldMkLst>
      </pc:sldChg>
      <pc:sldChg chg="del">
        <pc:chgData name="Rosangela De Giosa" userId="93e80f3d-c527-44c3-887d-a4a8450fb368" providerId="ADAL" clId="{F2507DDE-EDEB-431C-8591-C3AD14965797}" dt="2025-06-17T15:53:45.984" v="1867" actId="47"/>
        <pc:sldMkLst>
          <pc:docMk/>
          <pc:sldMk cId="70098921" sldId="1881839012"/>
        </pc:sldMkLst>
      </pc:sldChg>
      <pc:sldChg chg="del">
        <pc:chgData name="Rosangela De Giosa" userId="93e80f3d-c527-44c3-887d-a4a8450fb368" providerId="ADAL" clId="{F2507DDE-EDEB-431C-8591-C3AD14965797}" dt="2025-06-17T15:53:46.096" v="1868" actId="47"/>
        <pc:sldMkLst>
          <pc:docMk/>
          <pc:sldMk cId="871015812" sldId="1881839014"/>
        </pc:sldMkLst>
      </pc:sldChg>
      <pc:sldChg chg="del">
        <pc:chgData name="Rosangela De Giosa" userId="93e80f3d-c527-44c3-887d-a4a8450fb368" providerId="ADAL" clId="{F2507DDE-EDEB-431C-8591-C3AD14965797}" dt="2025-06-17T15:53:46.146" v="1870" actId="47"/>
        <pc:sldMkLst>
          <pc:docMk/>
          <pc:sldMk cId="4217209569" sldId="1881839015"/>
        </pc:sldMkLst>
      </pc:sldChg>
      <pc:sldChg chg="del">
        <pc:chgData name="Rosangela De Giosa" userId="93e80f3d-c527-44c3-887d-a4a8450fb368" providerId="ADAL" clId="{F2507DDE-EDEB-431C-8591-C3AD14965797}" dt="2025-06-17T15:53:45.733" v="1861" actId="47"/>
        <pc:sldMkLst>
          <pc:docMk/>
          <pc:sldMk cId="1023071088" sldId="1881839016"/>
        </pc:sldMkLst>
      </pc:sldChg>
      <pc:sldChg chg="del">
        <pc:chgData name="Rosangela De Giosa" userId="93e80f3d-c527-44c3-887d-a4a8450fb368" providerId="ADAL" clId="{F2507DDE-EDEB-431C-8591-C3AD14965797}" dt="2025-06-17T15:53:45.790" v="1862" actId="47"/>
        <pc:sldMkLst>
          <pc:docMk/>
          <pc:sldMk cId="2556153775" sldId="1881839017"/>
        </pc:sldMkLst>
      </pc:sldChg>
      <pc:sldChg chg="del">
        <pc:chgData name="Rosangela De Giosa" userId="93e80f3d-c527-44c3-887d-a4a8450fb368" providerId="ADAL" clId="{F2507DDE-EDEB-431C-8591-C3AD14965797}" dt="2025-06-17T15:53:45.864" v="1864" actId="47"/>
        <pc:sldMkLst>
          <pc:docMk/>
          <pc:sldMk cId="3637865" sldId="1881839018"/>
        </pc:sldMkLst>
      </pc:sldChg>
      <pc:sldChg chg="del">
        <pc:chgData name="Rosangela De Giosa" userId="93e80f3d-c527-44c3-887d-a4a8450fb368" providerId="ADAL" clId="{F2507DDE-EDEB-431C-8591-C3AD14965797}" dt="2025-06-17T15:53:45.905" v="1865" actId="47"/>
        <pc:sldMkLst>
          <pc:docMk/>
          <pc:sldMk cId="1310067005" sldId="1881839019"/>
        </pc:sldMkLst>
      </pc:sldChg>
      <pc:sldChg chg="del">
        <pc:chgData name="Rosangela De Giosa" userId="93e80f3d-c527-44c3-887d-a4a8450fb368" providerId="ADAL" clId="{F2507DDE-EDEB-431C-8591-C3AD14965797}" dt="2025-06-17T15:53:45.938" v="1866" actId="47"/>
        <pc:sldMkLst>
          <pc:docMk/>
          <pc:sldMk cId="213842592" sldId="1881839020"/>
        </pc:sldMkLst>
      </pc:sldChg>
      <pc:sldChg chg="del">
        <pc:chgData name="Rosangela De Giosa" userId="93e80f3d-c527-44c3-887d-a4a8450fb368" providerId="ADAL" clId="{F2507DDE-EDEB-431C-8591-C3AD14965797}" dt="2025-06-17T15:53:46.124" v="1869" actId="47"/>
        <pc:sldMkLst>
          <pc:docMk/>
          <pc:sldMk cId="37849318" sldId="1881839022"/>
        </pc:sldMkLst>
      </pc:sldChg>
      <pc:sldChg chg="del">
        <pc:chgData name="Rosangela De Giosa" userId="93e80f3d-c527-44c3-887d-a4a8450fb368" providerId="ADAL" clId="{F2507DDE-EDEB-431C-8591-C3AD14965797}" dt="2025-06-17T15:53:42.089" v="1825" actId="47"/>
        <pc:sldMkLst>
          <pc:docMk/>
          <pc:sldMk cId="1382494653" sldId="1881839055"/>
        </pc:sldMkLst>
      </pc:sldChg>
      <pc:sldChg chg="del">
        <pc:chgData name="Rosangela De Giosa" userId="93e80f3d-c527-44c3-887d-a4a8450fb368" providerId="ADAL" clId="{F2507DDE-EDEB-431C-8591-C3AD14965797}" dt="2025-06-17T15:53:42.895" v="1826" actId="47"/>
        <pc:sldMkLst>
          <pc:docMk/>
          <pc:sldMk cId="2008280497" sldId="1881839056"/>
        </pc:sldMkLst>
      </pc:sldChg>
      <pc:sldChg chg="del">
        <pc:chgData name="Rosangela De Giosa" userId="93e80f3d-c527-44c3-887d-a4a8450fb368" providerId="ADAL" clId="{F2507DDE-EDEB-431C-8591-C3AD14965797}" dt="2025-06-17T15:53:44.468" v="1830" actId="47"/>
        <pc:sldMkLst>
          <pc:docMk/>
          <pc:sldMk cId="2450188045" sldId="1881839067"/>
        </pc:sldMkLst>
      </pc:sldChg>
      <pc:sldChg chg="addSp delSp modSp del mod ord modClrScheme chgLayout">
        <pc:chgData name="Rosangela De Giosa" userId="93e80f3d-c527-44c3-887d-a4a8450fb368" providerId="ADAL" clId="{F2507DDE-EDEB-431C-8591-C3AD14965797}" dt="2025-06-17T15:36:04.201" v="1421" actId="2696"/>
        <pc:sldMkLst>
          <pc:docMk/>
          <pc:sldMk cId="3869145849" sldId="1881839081"/>
        </pc:sldMkLst>
      </pc:sldChg>
      <pc:sldChg chg="del">
        <pc:chgData name="Rosangela De Giosa" userId="93e80f3d-c527-44c3-887d-a4a8450fb368" providerId="ADAL" clId="{F2507DDE-EDEB-431C-8591-C3AD14965797}" dt="2025-06-17T15:53:46.560" v="1873" actId="47"/>
        <pc:sldMkLst>
          <pc:docMk/>
          <pc:sldMk cId="3924568377" sldId="1881839091"/>
        </pc:sldMkLst>
      </pc:sldChg>
      <pc:sldChg chg="del">
        <pc:chgData name="Rosangela De Giosa" userId="93e80f3d-c527-44c3-887d-a4a8450fb368" providerId="ADAL" clId="{F2507DDE-EDEB-431C-8591-C3AD14965797}" dt="2025-06-17T15:53:46.325" v="1871" actId="47"/>
        <pc:sldMkLst>
          <pc:docMk/>
          <pc:sldMk cId="756071128" sldId="1881839092"/>
        </pc:sldMkLst>
      </pc:sldChg>
      <pc:sldChg chg="del">
        <pc:chgData name="Rosangela De Giosa" userId="93e80f3d-c527-44c3-887d-a4a8450fb368" providerId="ADAL" clId="{F2507DDE-EDEB-431C-8591-C3AD14965797}" dt="2025-06-17T15:53:46.727" v="1875" actId="47"/>
        <pc:sldMkLst>
          <pc:docMk/>
          <pc:sldMk cId="4056794275" sldId="1881839093"/>
        </pc:sldMkLst>
      </pc:sldChg>
      <pc:sldChg chg="del">
        <pc:chgData name="Rosangela De Giosa" userId="93e80f3d-c527-44c3-887d-a4a8450fb368" providerId="ADAL" clId="{F2507DDE-EDEB-431C-8591-C3AD14965797}" dt="2025-06-17T15:53:46.371" v="1872" actId="47"/>
        <pc:sldMkLst>
          <pc:docMk/>
          <pc:sldMk cId="2614352066" sldId="1881839095"/>
        </pc:sldMkLst>
      </pc:sldChg>
      <pc:sldChg chg="del ord">
        <pc:chgData name="Rosangela De Giosa" userId="93e80f3d-c527-44c3-887d-a4a8450fb368" providerId="ADAL" clId="{F2507DDE-EDEB-431C-8591-C3AD14965797}" dt="2025-05-31T12:40:13.175" v="441" actId="2696"/>
        <pc:sldMkLst>
          <pc:docMk/>
          <pc:sldMk cId="4042870603" sldId="1881839096"/>
        </pc:sldMkLst>
      </pc:sldChg>
      <pc:sldChg chg="del">
        <pc:chgData name="Rosangela De Giosa" userId="93e80f3d-c527-44c3-887d-a4a8450fb368" providerId="ADAL" clId="{F2507DDE-EDEB-431C-8591-C3AD14965797}" dt="2025-06-17T15:53:46.773" v="1876" actId="47"/>
        <pc:sldMkLst>
          <pc:docMk/>
          <pc:sldMk cId="1561000975" sldId="1881839099"/>
        </pc:sldMkLst>
      </pc:sldChg>
      <pc:sldChg chg="addSp delSp modSp add del mod ord modClrScheme chgLayout">
        <pc:chgData name="Rosangela De Giosa" userId="93e80f3d-c527-44c3-887d-a4a8450fb368" providerId="ADAL" clId="{F2507DDE-EDEB-431C-8591-C3AD14965797}" dt="2025-06-17T16:16:51.084" v="2221" actId="1076"/>
        <pc:sldMkLst>
          <pc:docMk/>
          <pc:sldMk cId="2803436139" sldId="1881839100"/>
        </pc:sldMkLst>
        <pc:spChg chg="mod ord">
          <ac:chgData name="Rosangela De Giosa" userId="93e80f3d-c527-44c3-887d-a4a8450fb368" providerId="ADAL" clId="{F2507DDE-EDEB-431C-8591-C3AD14965797}" dt="2025-06-17T16:16:51.084" v="2221" actId="1076"/>
          <ac:spMkLst>
            <pc:docMk/>
            <pc:sldMk cId="2803436139" sldId="1881839100"/>
            <ac:spMk id="5" creationId="{07F12C2B-34DB-251D-52C9-75E1DD84AA02}"/>
          </ac:spMkLst>
        </pc:spChg>
        <pc:spChg chg="add mod">
          <ac:chgData name="Rosangela De Giosa" userId="93e80f3d-c527-44c3-887d-a4a8450fb368" providerId="ADAL" clId="{F2507DDE-EDEB-431C-8591-C3AD14965797}" dt="2025-06-17T15:28:56.125" v="1295"/>
          <ac:spMkLst>
            <pc:docMk/>
            <pc:sldMk cId="2803436139" sldId="1881839100"/>
            <ac:spMk id="8" creationId="{08287873-1157-D4C1-EA9E-8741BD50654A}"/>
          </ac:spMkLst>
        </pc:spChg>
        <pc:spChg chg="add mod">
          <ac:chgData name="Rosangela De Giosa" userId="93e80f3d-c527-44c3-887d-a4a8450fb368" providerId="ADAL" clId="{F2507DDE-EDEB-431C-8591-C3AD14965797}" dt="2025-06-17T15:54:51.254" v="1935" actId="1076"/>
          <ac:spMkLst>
            <pc:docMk/>
            <pc:sldMk cId="2803436139" sldId="1881839100"/>
            <ac:spMk id="19" creationId="{7560A3BE-7DCC-C2AE-76D1-C134127D0C7C}"/>
          </ac:spMkLst>
        </pc:spChg>
      </pc:sldChg>
      <pc:sldChg chg="del">
        <pc:chgData name="Rosangela De Giosa" userId="93e80f3d-c527-44c3-887d-a4a8450fb368" providerId="ADAL" clId="{F2507DDE-EDEB-431C-8591-C3AD14965797}" dt="2025-06-17T15:53:46.879" v="1877" actId="47"/>
        <pc:sldMkLst>
          <pc:docMk/>
          <pc:sldMk cId="3519989556" sldId="1881839101"/>
        </pc:sldMkLst>
      </pc:sldChg>
      <pc:sldChg chg="del">
        <pc:chgData name="Rosangela De Giosa" userId="93e80f3d-c527-44c3-887d-a4a8450fb368" providerId="ADAL" clId="{F2507DDE-EDEB-431C-8591-C3AD14965797}" dt="2025-06-17T15:53:45.111" v="1845" actId="47"/>
        <pc:sldMkLst>
          <pc:docMk/>
          <pc:sldMk cId="2580639674" sldId="1881839103"/>
        </pc:sldMkLst>
      </pc:sldChg>
      <pc:sldChg chg="del">
        <pc:chgData name="Rosangela De Giosa" userId="93e80f3d-c527-44c3-887d-a4a8450fb368" providerId="ADAL" clId="{F2507DDE-EDEB-431C-8591-C3AD14965797}" dt="2025-06-17T15:53:47.050" v="1879" actId="47"/>
        <pc:sldMkLst>
          <pc:docMk/>
          <pc:sldMk cId="3345437256" sldId="1881839104"/>
        </pc:sldMkLst>
      </pc:sldChg>
      <pc:sldChg chg="del">
        <pc:chgData name="Rosangela De Giosa" userId="93e80f3d-c527-44c3-887d-a4a8450fb368" providerId="ADAL" clId="{F2507DDE-EDEB-431C-8591-C3AD14965797}" dt="2025-06-17T15:53:46.671" v="1874" actId="47"/>
        <pc:sldMkLst>
          <pc:docMk/>
          <pc:sldMk cId="2279536944" sldId="1881839107"/>
        </pc:sldMkLst>
      </pc:sldChg>
      <pc:sldChg chg="del">
        <pc:chgData name="Rosangela De Giosa" userId="93e80f3d-c527-44c3-887d-a4a8450fb368" providerId="ADAL" clId="{F2507DDE-EDEB-431C-8591-C3AD14965797}" dt="2025-06-17T15:53:45.031" v="1843" actId="47"/>
        <pc:sldMkLst>
          <pc:docMk/>
          <pc:sldMk cId="1407002527" sldId="1881839114"/>
        </pc:sldMkLst>
      </pc:sldChg>
      <pc:sldChg chg="addSp delSp modSp del mod ord modTransition">
        <pc:chgData name="Rosangela De Giosa" userId="93e80f3d-c527-44c3-887d-a4a8450fb368" providerId="ADAL" clId="{F2507DDE-EDEB-431C-8591-C3AD14965797}" dt="2025-06-17T15:27:06.939" v="1241" actId="2696"/>
        <pc:sldMkLst>
          <pc:docMk/>
          <pc:sldMk cId="4029396505" sldId="1881839116"/>
        </pc:sldMkLst>
      </pc:sldChg>
      <pc:sldChg chg="del">
        <pc:chgData name="Rosangela De Giosa" userId="93e80f3d-c527-44c3-887d-a4a8450fb368" providerId="ADAL" clId="{F2507DDE-EDEB-431C-8591-C3AD14965797}" dt="2025-06-17T15:53:46.936" v="1878" actId="47"/>
        <pc:sldMkLst>
          <pc:docMk/>
          <pc:sldMk cId="696633224" sldId="1881839130"/>
        </pc:sldMkLst>
      </pc:sldChg>
      <pc:sldChg chg="del">
        <pc:chgData name="Rosangela De Giosa" userId="93e80f3d-c527-44c3-887d-a4a8450fb368" providerId="ADAL" clId="{F2507DDE-EDEB-431C-8591-C3AD14965797}" dt="2025-06-17T15:53:44.750" v="1836" actId="47"/>
        <pc:sldMkLst>
          <pc:docMk/>
          <pc:sldMk cId="2677516802" sldId="1881839131"/>
        </pc:sldMkLst>
      </pc:sldChg>
      <pc:sldChg chg="del">
        <pc:chgData name="Rosangela De Giosa" userId="93e80f3d-c527-44c3-887d-a4a8450fb368" providerId="ADAL" clId="{F2507DDE-EDEB-431C-8591-C3AD14965797}" dt="2025-06-17T15:53:44.821" v="1838" actId="47"/>
        <pc:sldMkLst>
          <pc:docMk/>
          <pc:sldMk cId="1053496485" sldId="1881839132"/>
        </pc:sldMkLst>
      </pc:sldChg>
      <pc:sldChg chg="del">
        <pc:chgData name="Rosangela De Giosa" userId="93e80f3d-c527-44c3-887d-a4a8450fb368" providerId="ADAL" clId="{F2507DDE-EDEB-431C-8591-C3AD14965797}" dt="2025-06-17T15:53:45.214" v="1848" actId="47"/>
        <pc:sldMkLst>
          <pc:docMk/>
          <pc:sldMk cId="1566759509" sldId="1881839133"/>
        </pc:sldMkLst>
      </pc:sldChg>
      <pc:sldChg chg="del">
        <pc:chgData name="Rosangela De Giosa" userId="93e80f3d-c527-44c3-887d-a4a8450fb368" providerId="ADAL" clId="{F2507DDE-EDEB-431C-8591-C3AD14965797}" dt="2025-06-17T15:53:45.602" v="1858" actId="47"/>
        <pc:sldMkLst>
          <pc:docMk/>
          <pc:sldMk cId="2983400316" sldId="1881839134"/>
        </pc:sldMkLst>
      </pc:sldChg>
      <pc:sldChg chg="addSp delSp modSp add del mod ord modClrScheme chgLayout">
        <pc:chgData name="Rosangela De Giosa" userId="93e80f3d-c527-44c3-887d-a4a8450fb368" providerId="ADAL" clId="{F2507DDE-EDEB-431C-8591-C3AD14965797}" dt="2025-05-31T11:36:18.138" v="85" actId="2696"/>
        <pc:sldMkLst>
          <pc:docMk/>
          <pc:sldMk cId="4104916573" sldId="1881839135"/>
        </pc:sldMkLst>
      </pc:sldChg>
      <pc:sldChg chg="addSp delSp modSp new mod">
        <pc:chgData name="Rosangela De Giosa" userId="93e80f3d-c527-44c3-887d-a4a8450fb368" providerId="ADAL" clId="{F2507DDE-EDEB-431C-8591-C3AD14965797}" dt="2025-05-31T11:40:29.798" v="104" actId="1076"/>
        <pc:sldMkLst>
          <pc:docMk/>
          <pc:sldMk cId="2533985653" sldId="1881839136"/>
        </pc:sldMkLst>
        <pc:picChg chg="add mod">
          <ac:chgData name="Rosangela De Giosa" userId="93e80f3d-c527-44c3-887d-a4a8450fb368" providerId="ADAL" clId="{F2507DDE-EDEB-431C-8591-C3AD14965797}" dt="2025-05-31T11:40:29.798" v="104" actId="1076"/>
          <ac:picMkLst>
            <pc:docMk/>
            <pc:sldMk cId="2533985653" sldId="1881839136"/>
            <ac:picMk id="5" creationId="{6CC091E7-4CC0-4E04-3E8F-67D1846CE56C}"/>
          </ac:picMkLst>
        </pc:picChg>
      </pc:sldChg>
      <pc:sldChg chg="new del">
        <pc:chgData name="Rosangela De Giosa" userId="93e80f3d-c527-44c3-887d-a4a8450fb368" providerId="ADAL" clId="{F2507DDE-EDEB-431C-8591-C3AD14965797}" dt="2025-05-31T12:02:55.305" v="136" actId="2696"/>
        <pc:sldMkLst>
          <pc:docMk/>
          <pc:sldMk cId="610807239" sldId="1881839137"/>
        </pc:sldMkLst>
      </pc:sldChg>
      <pc:sldChg chg="addSp delSp modSp new add del mod ord modNotesTx">
        <pc:chgData name="Rosangela De Giosa" userId="93e80f3d-c527-44c3-887d-a4a8450fb368" providerId="ADAL" clId="{F2507DDE-EDEB-431C-8591-C3AD14965797}" dt="2025-06-17T16:19:04.539" v="2243" actId="20577"/>
        <pc:sldMkLst>
          <pc:docMk/>
          <pc:sldMk cId="3284233974" sldId="1881839137"/>
        </pc:sldMkLst>
        <pc:spChg chg="add mod">
          <ac:chgData name="Rosangela De Giosa" userId="93e80f3d-c527-44c3-887d-a4a8450fb368" providerId="ADAL" clId="{F2507DDE-EDEB-431C-8591-C3AD14965797}" dt="2025-06-17T16:19:04.539" v="2243" actId="20577"/>
          <ac:spMkLst>
            <pc:docMk/>
            <pc:sldMk cId="3284233974" sldId="1881839137"/>
            <ac:spMk id="7" creationId="{C3A3C706-E63E-DDC9-1492-9747BDD46FCC}"/>
          </ac:spMkLst>
        </pc:spChg>
        <pc:picChg chg="add mod">
          <ac:chgData name="Rosangela De Giosa" userId="93e80f3d-c527-44c3-887d-a4a8450fb368" providerId="ADAL" clId="{F2507DDE-EDEB-431C-8591-C3AD14965797}" dt="2025-06-17T15:26:20.250" v="1234" actId="14100"/>
          <ac:picMkLst>
            <pc:docMk/>
            <pc:sldMk cId="3284233974" sldId="1881839137"/>
            <ac:picMk id="3" creationId="{71F5B69B-0651-AE33-500C-91BCDE29EB8A}"/>
          </ac:picMkLst>
        </pc:picChg>
      </pc:sldChg>
      <pc:sldChg chg="addSp delSp modSp new add del mod">
        <pc:chgData name="Rosangela De Giosa" userId="93e80f3d-c527-44c3-887d-a4a8450fb368" providerId="ADAL" clId="{F2507DDE-EDEB-431C-8591-C3AD14965797}" dt="2025-06-17T16:19:09.886" v="2244" actId="113"/>
        <pc:sldMkLst>
          <pc:docMk/>
          <pc:sldMk cId="2312946151" sldId="1881839138"/>
        </pc:sldMkLst>
        <pc:spChg chg="mod">
          <ac:chgData name="Rosangela De Giosa" userId="93e80f3d-c527-44c3-887d-a4a8450fb368" providerId="ADAL" clId="{F2507DDE-EDEB-431C-8591-C3AD14965797}" dt="2025-06-17T15:25:55.109" v="1230" actId="1076"/>
          <ac:spMkLst>
            <pc:docMk/>
            <pc:sldMk cId="2312946151" sldId="1881839138"/>
            <ac:spMk id="2" creationId="{7886CDBB-4B12-AB85-964F-569816467A21}"/>
          </ac:spMkLst>
        </pc:spChg>
        <pc:spChg chg="add mod">
          <ac:chgData name="Rosangela De Giosa" userId="93e80f3d-c527-44c3-887d-a4a8450fb368" providerId="ADAL" clId="{F2507DDE-EDEB-431C-8591-C3AD14965797}" dt="2025-06-17T16:19:09.886" v="2244" actId="113"/>
          <ac:spMkLst>
            <pc:docMk/>
            <pc:sldMk cId="2312946151" sldId="1881839138"/>
            <ac:spMk id="7" creationId="{685A1F81-F3C6-5F02-0B43-8E44AB7DF316}"/>
          </ac:spMkLst>
        </pc:spChg>
        <pc:grpChg chg="add mod">
          <ac:chgData name="Rosangela De Giosa" userId="93e80f3d-c527-44c3-887d-a4a8450fb368" providerId="ADAL" clId="{F2507DDE-EDEB-431C-8591-C3AD14965797}" dt="2025-05-31T14:26:11.164" v="786" actId="164"/>
          <ac:grpSpMkLst>
            <pc:docMk/>
            <pc:sldMk cId="2312946151" sldId="1881839138"/>
            <ac:grpSpMk id="12" creationId="{460A0B87-CC3A-0ED6-5C5D-97618CAECC82}"/>
          </ac:grpSpMkLst>
        </pc:grpChg>
        <pc:picChg chg="add mod">
          <ac:chgData name="Rosangela De Giosa" userId="93e80f3d-c527-44c3-887d-a4a8450fb368" providerId="ADAL" clId="{F2507DDE-EDEB-431C-8591-C3AD14965797}" dt="2025-05-31T14:26:11.164" v="786" actId="164"/>
          <ac:picMkLst>
            <pc:docMk/>
            <pc:sldMk cId="2312946151" sldId="1881839138"/>
            <ac:picMk id="9" creationId="{896DB552-9749-37BD-B529-32B508378724}"/>
          </ac:picMkLst>
        </pc:picChg>
        <pc:picChg chg="add mod modCrop">
          <ac:chgData name="Rosangela De Giosa" userId="93e80f3d-c527-44c3-887d-a4a8450fb368" providerId="ADAL" clId="{F2507DDE-EDEB-431C-8591-C3AD14965797}" dt="2025-05-31T14:26:11.164" v="786" actId="164"/>
          <ac:picMkLst>
            <pc:docMk/>
            <pc:sldMk cId="2312946151" sldId="1881839138"/>
            <ac:picMk id="11" creationId="{3BEC80A2-4012-0FD4-BB37-74B37B693DBD}"/>
          </ac:picMkLst>
        </pc:picChg>
      </pc:sldChg>
      <pc:sldChg chg="addSp delSp modSp new add del mod modClrScheme chgLayout">
        <pc:chgData name="Rosangela De Giosa" userId="93e80f3d-c527-44c3-887d-a4a8450fb368" providerId="ADAL" clId="{F2507DDE-EDEB-431C-8591-C3AD14965797}" dt="2025-06-17T15:53:50.310" v="1903" actId="47"/>
        <pc:sldMkLst>
          <pc:docMk/>
          <pc:sldMk cId="4131760250" sldId="1881839139"/>
        </pc:sldMkLst>
        <pc:spChg chg="mod ord">
          <ac:chgData name="Rosangela De Giosa" userId="93e80f3d-c527-44c3-887d-a4a8450fb368" providerId="ADAL" clId="{F2507DDE-EDEB-431C-8591-C3AD14965797}" dt="2025-06-17T15:17:05.475" v="1149" actId="255"/>
          <ac:spMkLst>
            <pc:docMk/>
            <pc:sldMk cId="4131760250" sldId="1881839139"/>
            <ac:spMk id="2" creationId="{0CCE4971-1D3E-D37A-01D9-98BF2CD1861D}"/>
          </ac:spMkLst>
        </pc:spChg>
        <pc:spChg chg="mod ord">
          <ac:chgData name="Rosangela De Giosa" userId="93e80f3d-c527-44c3-887d-a4a8450fb368" providerId="ADAL" clId="{F2507DDE-EDEB-431C-8591-C3AD14965797}" dt="2025-06-17T15:15:17.768" v="1140" actId="26606"/>
          <ac:spMkLst>
            <pc:docMk/>
            <pc:sldMk cId="4131760250" sldId="1881839139"/>
            <ac:spMk id="6" creationId="{CB3A78BE-9E2F-0149-3915-D15D7739F2B2}"/>
          </ac:spMkLst>
        </pc:spChg>
        <pc:spChg chg="add mod">
          <ac:chgData name="Rosangela De Giosa" userId="93e80f3d-c527-44c3-887d-a4a8450fb368" providerId="ADAL" clId="{F2507DDE-EDEB-431C-8591-C3AD14965797}" dt="2025-06-17T15:17:23.559" v="1154" actId="1076"/>
          <ac:spMkLst>
            <pc:docMk/>
            <pc:sldMk cId="4131760250" sldId="1881839139"/>
            <ac:spMk id="26" creationId="{2E54B2BB-9E3F-951E-614C-C657DC5108AD}"/>
          </ac:spMkLst>
        </pc:spChg>
        <pc:picChg chg="add mod">
          <ac:chgData name="Rosangela De Giosa" userId="93e80f3d-c527-44c3-887d-a4a8450fb368" providerId="ADAL" clId="{F2507DDE-EDEB-431C-8591-C3AD14965797}" dt="2025-06-17T15:17:32.102" v="1157" actId="1076"/>
          <ac:picMkLst>
            <pc:docMk/>
            <pc:sldMk cId="4131760250" sldId="1881839139"/>
            <ac:picMk id="8" creationId="{5F368A62-56C4-211E-0279-65E8F3362E5F}"/>
          </ac:picMkLst>
        </pc:picChg>
      </pc:sldChg>
      <pc:sldChg chg="add del">
        <pc:chgData name="Rosangela De Giosa" userId="93e80f3d-c527-44c3-887d-a4a8450fb368" providerId="ADAL" clId="{F2507DDE-EDEB-431C-8591-C3AD14965797}" dt="2025-05-31T12:28:11.788" v="377"/>
        <pc:sldMkLst>
          <pc:docMk/>
          <pc:sldMk cId="4176378430" sldId="1881839139"/>
        </pc:sldMkLst>
      </pc:sldChg>
      <pc:sldChg chg="addSp delSp modSp new del mod modClrScheme chgLayout">
        <pc:chgData name="Rosangela De Giosa" userId="93e80f3d-c527-44c3-887d-a4a8450fb368" providerId="ADAL" clId="{F2507DDE-EDEB-431C-8591-C3AD14965797}" dt="2025-06-17T15:18:49.932" v="1168" actId="2696"/>
        <pc:sldMkLst>
          <pc:docMk/>
          <pc:sldMk cId="3044168454" sldId="1881839140"/>
        </pc:sldMkLst>
      </pc:sldChg>
      <pc:sldChg chg="addSp delSp modSp add del mod">
        <pc:chgData name="Rosangela De Giosa" userId="93e80f3d-c527-44c3-887d-a4a8450fb368" providerId="ADAL" clId="{F2507DDE-EDEB-431C-8591-C3AD14965797}" dt="2025-06-17T16:17:21.620" v="2231" actId="1076"/>
        <pc:sldMkLst>
          <pc:docMk/>
          <pc:sldMk cId="1820368223" sldId="1881839141"/>
        </pc:sldMkLst>
        <pc:spChg chg="add mod">
          <ac:chgData name="Rosangela De Giosa" userId="93e80f3d-c527-44c3-887d-a4a8450fb368" providerId="ADAL" clId="{F2507DDE-EDEB-431C-8591-C3AD14965797}" dt="2025-06-17T15:18:41.355" v="1167"/>
          <ac:spMkLst>
            <pc:docMk/>
            <pc:sldMk cId="1820368223" sldId="1881839141"/>
            <ac:spMk id="9" creationId="{398CC6F1-1C95-D4E1-1EA6-94BE1DB976C4}"/>
          </ac:spMkLst>
        </pc:spChg>
        <pc:picChg chg="add mod modCrop">
          <ac:chgData name="Rosangela De Giosa" userId="93e80f3d-c527-44c3-887d-a4a8450fb368" providerId="ADAL" clId="{F2507DDE-EDEB-431C-8591-C3AD14965797}" dt="2025-06-17T16:17:21.620" v="2231" actId="1076"/>
          <ac:picMkLst>
            <pc:docMk/>
            <pc:sldMk cId="1820368223" sldId="1881839141"/>
            <ac:picMk id="6" creationId="{E7EB6C7E-4B32-0E4E-B9A9-341472231987}"/>
          </ac:picMkLst>
        </pc:picChg>
      </pc:sldChg>
      <pc:sldChg chg="new del">
        <pc:chgData name="Rosangela De Giosa" userId="93e80f3d-c527-44c3-887d-a4a8450fb368" providerId="ADAL" clId="{F2507DDE-EDEB-431C-8591-C3AD14965797}" dt="2025-05-31T13:51:30.887" v="652" actId="47"/>
        <pc:sldMkLst>
          <pc:docMk/>
          <pc:sldMk cId="1637374632" sldId="1881839142"/>
        </pc:sldMkLst>
      </pc:sldChg>
      <pc:sldChg chg="addSp delSp modSp new add del mod modClrScheme chgLayout">
        <pc:chgData name="Rosangela De Giosa" userId="93e80f3d-c527-44c3-887d-a4a8450fb368" providerId="ADAL" clId="{F2507DDE-EDEB-431C-8591-C3AD14965797}" dt="2025-06-17T15:53:51.743" v="1905" actId="47"/>
        <pc:sldMkLst>
          <pc:docMk/>
          <pc:sldMk cId="2215019518" sldId="1881839142"/>
        </pc:sldMkLst>
        <pc:spChg chg="add del mod ord">
          <ac:chgData name="Rosangela De Giosa" userId="93e80f3d-c527-44c3-887d-a4a8450fb368" providerId="ADAL" clId="{F2507DDE-EDEB-431C-8591-C3AD14965797}" dt="2025-06-17T15:20:02.952" v="1176" actId="255"/>
          <ac:spMkLst>
            <pc:docMk/>
            <pc:sldMk cId="2215019518" sldId="1881839142"/>
            <ac:spMk id="12" creationId="{1F250DDD-257B-0F3D-8707-0FF05D5C573E}"/>
          </ac:spMkLst>
        </pc:spChg>
        <pc:spChg chg="add mod ord">
          <ac:chgData name="Rosangela De Giosa" userId="93e80f3d-c527-44c3-887d-a4a8450fb368" providerId="ADAL" clId="{F2507DDE-EDEB-431C-8591-C3AD14965797}" dt="2025-06-17T15:23:01.189" v="1183" actId="14100"/>
          <ac:spMkLst>
            <pc:docMk/>
            <pc:sldMk cId="2215019518" sldId="1881839142"/>
            <ac:spMk id="13" creationId="{C7DCD009-F442-BAD2-4E39-32CCFCE8DA99}"/>
          </ac:spMkLst>
        </pc:spChg>
        <pc:spChg chg="add mod ord">
          <ac:chgData name="Rosangela De Giosa" userId="93e80f3d-c527-44c3-887d-a4a8450fb368" providerId="ADAL" clId="{F2507DDE-EDEB-431C-8591-C3AD14965797}" dt="2025-06-17T15:19:20.698" v="1170" actId="700"/>
          <ac:spMkLst>
            <pc:docMk/>
            <pc:sldMk cId="2215019518" sldId="1881839142"/>
            <ac:spMk id="15" creationId="{F7097896-EBE1-7C86-FF48-52AC5DAB812C}"/>
          </ac:spMkLst>
        </pc:spChg>
        <pc:spChg chg="add mod ord">
          <ac:chgData name="Rosangela De Giosa" userId="93e80f3d-c527-44c3-887d-a4a8450fb368" providerId="ADAL" clId="{F2507DDE-EDEB-431C-8591-C3AD14965797}" dt="2025-06-17T15:19:20.698" v="1170" actId="700"/>
          <ac:spMkLst>
            <pc:docMk/>
            <pc:sldMk cId="2215019518" sldId="1881839142"/>
            <ac:spMk id="16" creationId="{B1C8FD17-1933-A07C-B217-BEDC11D9479C}"/>
          </ac:spMkLst>
        </pc:spChg>
        <pc:picChg chg="add mod modCrop">
          <ac:chgData name="Rosangela De Giosa" userId="93e80f3d-c527-44c3-887d-a4a8450fb368" providerId="ADAL" clId="{F2507DDE-EDEB-431C-8591-C3AD14965797}" dt="2025-06-17T15:23:06.939" v="1185" actId="1076"/>
          <ac:picMkLst>
            <pc:docMk/>
            <pc:sldMk cId="2215019518" sldId="1881839142"/>
            <ac:picMk id="11" creationId="{EFC4637D-3AC4-597B-1186-E46287851313}"/>
          </ac:picMkLst>
        </pc:picChg>
      </pc:sldChg>
      <pc:sldChg chg="addSp delSp modSp new add del mod modClrScheme chgLayout">
        <pc:chgData name="Rosangela De Giosa" userId="93e80f3d-c527-44c3-887d-a4a8450fb368" providerId="ADAL" clId="{F2507DDE-EDEB-431C-8591-C3AD14965797}" dt="2025-06-17T16:20:17.215" v="2253" actId="113"/>
        <pc:sldMkLst>
          <pc:docMk/>
          <pc:sldMk cId="2748892079" sldId="1881839143"/>
        </pc:sldMkLst>
        <pc:spChg chg="mod ord">
          <ac:chgData name="Rosangela De Giosa" userId="93e80f3d-c527-44c3-887d-a4a8450fb368" providerId="ADAL" clId="{F2507DDE-EDEB-431C-8591-C3AD14965797}" dt="2025-06-17T16:20:17.215" v="2253" actId="113"/>
          <ac:spMkLst>
            <pc:docMk/>
            <pc:sldMk cId="2748892079" sldId="1881839143"/>
            <ac:spMk id="2" creationId="{CD435EA4-5F7E-6109-C426-F6D03E922B0D}"/>
          </ac:spMkLst>
        </pc:spChg>
        <pc:spChg chg="mod ord">
          <ac:chgData name="Rosangela De Giosa" userId="93e80f3d-c527-44c3-887d-a4a8450fb368" providerId="ADAL" clId="{F2507DDE-EDEB-431C-8591-C3AD14965797}" dt="2025-06-17T15:09:33.790" v="1106" actId="26606"/>
          <ac:spMkLst>
            <pc:docMk/>
            <pc:sldMk cId="2748892079" sldId="1881839143"/>
            <ac:spMk id="5" creationId="{97A8A75D-1AFC-3011-3A21-FAE0FD828A5C}"/>
          </ac:spMkLst>
        </pc:spChg>
        <pc:spChg chg="add mod">
          <ac:chgData name="Rosangela De Giosa" userId="93e80f3d-c527-44c3-887d-a4a8450fb368" providerId="ADAL" clId="{F2507DDE-EDEB-431C-8591-C3AD14965797}" dt="2025-06-17T15:10:19.290" v="1113" actId="255"/>
          <ac:spMkLst>
            <pc:docMk/>
            <pc:sldMk cId="2748892079" sldId="1881839143"/>
            <ac:spMk id="15" creationId="{CF066616-C2AD-F03D-757D-2D7F7F4F9F98}"/>
          </ac:spMkLst>
        </pc:spChg>
        <pc:picChg chg="add mod">
          <ac:chgData name="Rosangela De Giosa" userId="93e80f3d-c527-44c3-887d-a4a8450fb368" providerId="ADAL" clId="{F2507DDE-EDEB-431C-8591-C3AD14965797}" dt="2025-06-17T15:10:00.887" v="1111" actId="1076"/>
          <ac:picMkLst>
            <pc:docMk/>
            <pc:sldMk cId="2748892079" sldId="1881839143"/>
            <ac:picMk id="7" creationId="{7C23A52E-9F8E-5B94-11AD-65712A592754}"/>
          </ac:picMkLst>
        </pc:picChg>
      </pc:sldChg>
      <pc:sldChg chg="addSp delSp modSp new add del mod modClrScheme chgLayout">
        <pc:chgData name="Rosangela De Giosa" userId="93e80f3d-c527-44c3-887d-a4a8450fb368" providerId="ADAL" clId="{F2507DDE-EDEB-431C-8591-C3AD14965797}" dt="2025-06-17T16:16:17.838" v="2214" actId="1076"/>
        <pc:sldMkLst>
          <pc:docMk/>
          <pc:sldMk cId="1183657495" sldId="1881839144"/>
        </pc:sldMkLst>
        <pc:spChg chg="mod ord">
          <ac:chgData name="Rosangela De Giosa" userId="93e80f3d-c527-44c3-887d-a4a8450fb368" providerId="ADAL" clId="{F2507DDE-EDEB-431C-8591-C3AD14965797}" dt="2025-06-17T15:11:35.272" v="1123" actId="700"/>
          <ac:spMkLst>
            <pc:docMk/>
            <pc:sldMk cId="1183657495" sldId="1881839144"/>
            <ac:spMk id="5" creationId="{D77D8EA7-1FA2-EB71-6696-1A351F4F13DC}"/>
          </ac:spMkLst>
        </pc:spChg>
        <pc:spChg chg="add mod ord">
          <ac:chgData name="Rosangela De Giosa" userId="93e80f3d-c527-44c3-887d-a4a8450fb368" providerId="ADAL" clId="{F2507DDE-EDEB-431C-8591-C3AD14965797}" dt="2025-06-17T15:11:52.072" v="1125" actId="255"/>
          <ac:spMkLst>
            <pc:docMk/>
            <pc:sldMk cId="1183657495" sldId="1881839144"/>
            <ac:spMk id="6" creationId="{D72A497A-C4E7-D1DC-D853-9A955A4C6D3B}"/>
          </ac:spMkLst>
        </pc:spChg>
        <pc:picChg chg="add mod">
          <ac:chgData name="Rosangela De Giosa" userId="93e80f3d-c527-44c3-887d-a4a8450fb368" providerId="ADAL" clId="{F2507DDE-EDEB-431C-8591-C3AD14965797}" dt="2025-06-17T16:16:17.838" v="2214" actId="1076"/>
          <ac:picMkLst>
            <pc:docMk/>
            <pc:sldMk cId="1183657495" sldId="1881839144"/>
            <ac:picMk id="7" creationId="{BE25D37C-7A1E-1A16-2D18-4237B0140343}"/>
          </ac:picMkLst>
        </pc:picChg>
      </pc:sldChg>
      <pc:sldChg chg="addSp delSp modSp add del mod modClrScheme chgLayout">
        <pc:chgData name="Rosangela De Giosa" userId="93e80f3d-c527-44c3-887d-a4a8450fb368" providerId="ADAL" clId="{F2507DDE-EDEB-431C-8591-C3AD14965797}" dt="2025-06-17T16:16:00.746" v="2208" actId="1076"/>
        <pc:sldMkLst>
          <pc:docMk/>
          <pc:sldMk cId="3296144583" sldId="1881839145"/>
        </pc:sldMkLst>
        <pc:spChg chg="mod ord">
          <ac:chgData name="Rosangela De Giosa" userId="93e80f3d-c527-44c3-887d-a4a8450fb368" providerId="ADAL" clId="{F2507DDE-EDEB-431C-8591-C3AD14965797}" dt="2025-06-17T15:41:57.180" v="1730" actId="700"/>
          <ac:spMkLst>
            <pc:docMk/>
            <pc:sldMk cId="3296144583" sldId="1881839145"/>
            <ac:spMk id="5" creationId="{3B59BD6E-0F62-4F12-D18A-04F5CD8D1587}"/>
          </ac:spMkLst>
        </pc:spChg>
        <pc:spChg chg="add mod ord">
          <ac:chgData name="Rosangela De Giosa" userId="93e80f3d-c527-44c3-887d-a4a8450fb368" providerId="ADAL" clId="{F2507DDE-EDEB-431C-8591-C3AD14965797}" dt="2025-06-17T15:41:57.180" v="1730" actId="700"/>
          <ac:spMkLst>
            <pc:docMk/>
            <pc:sldMk cId="3296144583" sldId="1881839145"/>
            <ac:spMk id="6" creationId="{F85B07CB-3ECC-B229-41B6-7117A3A3F423}"/>
          </ac:spMkLst>
        </pc:spChg>
        <pc:picChg chg="add del mod">
          <ac:chgData name="Rosangela De Giosa" userId="93e80f3d-c527-44c3-887d-a4a8450fb368" providerId="ADAL" clId="{F2507DDE-EDEB-431C-8591-C3AD14965797}" dt="2025-06-17T16:16:00.746" v="2208" actId="1076"/>
          <ac:picMkLst>
            <pc:docMk/>
            <pc:sldMk cId="3296144583" sldId="1881839145"/>
            <ac:picMk id="8" creationId="{B13EF4AD-0108-6657-D478-EBC3CC156232}"/>
          </ac:picMkLst>
        </pc:picChg>
      </pc:sldChg>
      <pc:sldChg chg="addSp delSp modSp add del mod modClrScheme chgLayout">
        <pc:chgData name="Rosangela De Giosa" userId="93e80f3d-c527-44c3-887d-a4a8450fb368" providerId="ADAL" clId="{F2507DDE-EDEB-431C-8591-C3AD14965797}" dt="2025-06-17T16:17:26.064" v="2232" actId="478"/>
        <pc:sldMkLst>
          <pc:docMk/>
          <pc:sldMk cId="3495959159" sldId="1881839146"/>
        </pc:sldMkLst>
        <pc:spChg chg="add mod ord">
          <ac:chgData name="Rosangela De Giosa" userId="93e80f3d-c527-44c3-887d-a4a8450fb368" providerId="ADAL" clId="{F2507DDE-EDEB-431C-8591-C3AD14965797}" dt="2025-06-17T14:48:36.844" v="979" actId="1076"/>
          <ac:spMkLst>
            <pc:docMk/>
            <pc:sldMk cId="3495959159" sldId="1881839146"/>
            <ac:spMk id="5" creationId="{0E1E25A1-93ED-2C99-B66F-84649A7BF24D}"/>
          </ac:spMkLst>
        </pc:spChg>
        <pc:spChg chg="add mod ord">
          <ac:chgData name="Rosangela De Giosa" userId="93e80f3d-c527-44c3-887d-a4a8450fb368" providerId="ADAL" clId="{F2507DDE-EDEB-431C-8591-C3AD14965797}" dt="2025-06-17T14:44:36.094" v="956" actId="1076"/>
          <ac:spMkLst>
            <pc:docMk/>
            <pc:sldMk cId="3495959159" sldId="1881839146"/>
            <ac:spMk id="6" creationId="{D6EE77D9-971E-CDB5-1A87-9A473D738B12}"/>
          </ac:spMkLst>
        </pc:spChg>
        <pc:spChg chg="add mod">
          <ac:chgData name="Rosangela De Giosa" userId="93e80f3d-c527-44c3-887d-a4a8450fb368" providerId="ADAL" clId="{F2507DDE-EDEB-431C-8591-C3AD14965797}" dt="2025-06-17T14:42:55.044" v="944" actId="26606"/>
          <ac:spMkLst>
            <pc:docMk/>
            <pc:sldMk cId="3495959159" sldId="1881839146"/>
            <ac:spMk id="15" creationId="{10F80D6E-A2DD-D5E7-5F83-AB2C0FFB996F}"/>
          </ac:spMkLst>
        </pc:spChg>
        <pc:picChg chg="add mod modCrop">
          <ac:chgData name="Rosangela De Giosa" userId="93e80f3d-c527-44c3-887d-a4a8450fb368" providerId="ADAL" clId="{F2507DDE-EDEB-431C-8591-C3AD14965797}" dt="2025-06-17T14:48:40.973" v="981" actId="1076"/>
          <ac:picMkLst>
            <pc:docMk/>
            <pc:sldMk cId="3495959159" sldId="1881839146"/>
            <ac:picMk id="4" creationId="{892DBF41-226E-C050-A93E-5B6AE0A7529D}"/>
          </ac:picMkLst>
        </pc:picChg>
      </pc:sldChg>
      <pc:sldChg chg="modSp add del mod">
        <pc:chgData name="Rosangela De Giosa" userId="93e80f3d-c527-44c3-887d-a4a8450fb368" providerId="ADAL" clId="{F2507DDE-EDEB-431C-8591-C3AD14965797}" dt="2025-05-31T14:21:54.678" v="755" actId="2696"/>
        <pc:sldMkLst>
          <pc:docMk/>
          <pc:sldMk cId="3987694574" sldId="1881839146"/>
        </pc:sldMkLst>
      </pc:sldChg>
      <pc:sldChg chg="delSp modSp add del mod">
        <pc:chgData name="Rosangela De Giosa" userId="93e80f3d-c527-44c3-887d-a4a8450fb368" providerId="ADAL" clId="{F2507DDE-EDEB-431C-8591-C3AD14965797}" dt="2025-06-17T14:49:47.704" v="990" actId="2696"/>
        <pc:sldMkLst>
          <pc:docMk/>
          <pc:sldMk cId="2236140449" sldId="1881839147"/>
        </pc:sldMkLst>
      </pc:sldChg>
      <pc:sldChg chg="delSp modSp add del mod">
        <pc:chgData name="Rosangela De Giosa" userId="93e80f3d-c527-44c3-887d-a4a8450fb368" providerId="ADAL" clId="{F2507DDE-EDEB-431C-8591-C3AD14965797}" dt="2025-06-17T16:17:29.097" v="2233" actId="478"/>
        <pc:sldMkLst>
          <pc:docMk/>
          <pc:sldMk cId="1677347014" sldId="1881839148"/>
        </pc:sldMkLst>
      </pc:sldChg>
      <pc:sldChg chg="delSp modSp add del mod">
        <pc:chgData name="Rosangela De Giosa" userId="93e80f3d-c527-44c3-887d-a4a8450fb368" providerId="ADAL" clId="{F2507DDE-EDEB-431C-8591-C3AD14965797}" dt="2025-06-17T16:17:31.661" v="2234" actId="478"/>
        <pc:sldMkLst>
          <pc:docMk/>
          <pc:sldMk cId="3496852952" sldId="1881839149"/>
        </pc:sldMkLst>
      </pc:sldChg>
      <pc:sldChg chg="delSp modSp add del mod">
        <pc:chgData name="Rosangela De Giosa" userId="93e80f3d-c527-44c3-887d-a4a8450fb368" providerId="ADAL" clId="{F2507DDE-EDEB-431C-8591-C3AD14965797}" dt="2025-06-17T16:20:08.654" v="2251" actId="113"/>
        <pc:sldMkLst>
          <pc:docMk/>
          <pc:sldMk cId="977821069" sldId="1881839150"/>
        </pc:sldMkLst>
      </pc:sldChg>
      <pc:sldChg chg="delSp modSp add del mod">
        <pc:chgData name="Rosangela De Giosa" userId="93e80f3d-c527-44c3-887d-a4a8450fb368" providerId="ADAL" clId="{F2507DDE-EDEB-431C-8591-C3AD14965797}" dt="2025-06-17T16:20:12.622" v="2252" actId="113"/>
        <pc:sldMkLst>
          <pc:docMk/>
          <pc:sldMk cId="1273998595" sldId="1881839151"/>
        </pc:sldMkLst>
      </pc:sldChg>
      <pc:sldChg chg="addSp delSp modSp new add del mod">
        <pc:chgData name="Rosangela De Giosa" userId="93e80f3d-c527-44c3-887d-a4a8450fb368" providerId="ADAL" clId="{F2507DDE-EDEB-431C-8591-C3AD14965797}" dt="2025-06-17T16:20:25.151" v="2254" actId="113"/>
        <pc:sldMkLst>
          <pc:docMk/>
          <pc:sldMk cId="1691129340" sldId="1881839152"/>
        </pc:sldMkLst>
        <pc:spChg chg="mod">
          <ac:chgData name="Rosangela De Giosa" userId="93e80f3d-c527-44c3-887d-a4a8450fb368" providerId="ADAL" clId="{F2507DDE-EDEB-431C-8591-C3AD14965797}" dt="2025-06-17T16:20:25.151" v="2254" actId="113"/>
          <ac:spMkLst>
            <pc:docMk/>
            <pc:sldMk cId="1691129340" sldId="1881839152"/>
            <ac:spMk id="5" creationId="{0D1936B3-BD92-F77C-B859-4B9B03D07B77}"/>
          </ac:spMkLst>
        </pc:spChg>
        <pc:spChg chg="mod">
          <ac:chgData name="Rosangela De Giosa" userId="93e80f3d-c527-44c3-887d-a4a8450fb368" providerId="ADAL" clId="{F2507DDE-EDEB-431C-8591-C3AD14965797}" dt="2025-06-17T15:44:37.848" v="1747" actId="255"/>
          <ac:spMkLst>
            <pc:docMk/>
            <pc:sldMk cId="1691129340" sldId="1881839152"/>
            <ac:spMk id="7" creationId="{C70AD471-C46E-5D73-63B2-345EB60A95E3}"/>
          </ac:spMkLst>
        </pc:spChg>
        <pc:picChg chg="add mod">
          <ac:chgData name="Rosangela De Giosa" userId="93e80f3d-c527-44c3-887d-a4a8450fb368" providerId="ADAL" clId="{F2507DDE-EDEB-431C-8591-C3AD14965797}" dt="2025-06-17T16:15:10.370" v="2191" actId="14100"/>
          <ac:picMkLst>
            <pc:docMk/>
            <pc:sldMk cId="1691129340" sldId="1881839152"/>
            <ac:picMk id="10" creationId="{AE547D3D-E067-BFDF-1DFA-5FCF188672C6}"/>
          </ac:picMkLst>
        </pc:picChg>
        <pc:picChg chg="add mod">
          <ac:chgData name="Rosangela De Giosa" userId="93e80f3d-c527-44c3-887d-a4a8450fb368" providerId="ADAL" clId="{F2507DDE-EDEB-431C-8591-C3AD14965797}" dt="2025-06-17T16:15:28.339" v="2199" actId="1076"/>
          <ac:picMkLst>
            <pc:docMk/>
            <pc:sldMk cId="1691129340" sldId="1881839152"/>
            <ac:picMk id="2052" creationId="{DFD25536-959E-1918-630D-B3F8CB750521}"/>
          </ac:picMkLst>
        </pc:picChg>
        <pc:picChg chg="add mod">
          <ac:chgData name="Rosangela De Giosa" userId="93e80f3d-c527-44c3-887d-a4a8450fb368" providerId="ADAL" clId="{F2507DDE-EDEB-431C-8591-C3AD14965797}" dt="2025-06-17T16:15:26.956" v="2198" actId="14100"/>
          <ac:picMkLst>
            <pc:docMk/>
            <pc:sldMk cId="1691129340" sldId="1881839152"/>
            <ac:picMk id="2054" creationId="{C418E836-F79A-B14D-2935-96F9AA8ECA1D}"/>
          </ac:picMkLst>
        </pc:picChg>
        <pc:picChg chg="add mod">
          <ac:chgData name="Rosangela De Giosa" userId="93e80f3d-c527-44c3-887d-a4a8450fb368" providerId="ADAL" clId="{F2507DDE-EDEB-431C-8591-C3AD14965797}" dt="2025-06-17T16:15:24.556" v="2197" actId="14100"/>
          <ac:picMkLst>
            <pc:docMk/>
            <pc:sldMk cId="1691129340" sldId="1881839152"/>
            <ac:picMk id="2056" creationId="{A7F1DF9C-2E37-3D40-34E0-E4B278747845}"/>
          </ac:picMkLst>
        </pc:picChg>
        <pc:picChg chg="add mod">
          <ac:chgData name="Rosangela De Giosa" userId="93e80f3d-c527-44c3-887d-a4a8450fb368" providerId="ADAL" clId="{F2507DDE-EDEB-431C-8591-C3AD14965797}" dt="2025-06-17T16:15:20.084" v="2196" actId="14100"/>
          <ac:picMkLst>
            <pc:docMk/>
            <pc:sldMk cId="1691129340" sldId="1881839152"/>
            <ac:picMk id="2058" creationId="{E9ECC012-ED21-4233-7328-B7A0E35E5910}"/>
          </ac:picMkLst>
        </pc:picChg>
        <pc:picChg chg="add mod">
          <ac:chgData name="Rosangela De Giosa" userId="93e80f3d-c527-44c3-887d-a4a8450fb368" providerId="ADAL" clId="{F2507DDE-EDEB-431C-8591-C3AD14965797}" dt="2025-06-17T16:15:17.914" v="2195" actId="14100"/>
          <ac:picMkLst>
            <pc:docMk/>
            <pc:sldMk cId="1691129340" sldId="1881839152"/>
            <ac:picMk id="2062" creationId="{5A4FA7C6-79FE-2679-55E5-C0A069AAB900}"/>
          </ac:picMkLst>
        </pc:picChg>
        <pc:picChg chg="add mod">
          <ac:chgData name="Rosangela De Giosa" userId="93e80f3d-c527-44c3-887d-a4a8450fb368" providerId="ADAL" clId="{F2507DDE-EDEB-431C-8591-C3AD14965797}" dt="2025-06-17T16:15:15.701" v="2194" actId="1076"/>
          <ac:picMkLst>
            <pc:docMk/>
            <pc:sldMk cId="1691129340" sldId="1881839152"/>
            <ac:picMk id="2064" creationId="{E0234FC9-0A33-1F68-37E3-9F705A65D134}"/>
          </ac:picMkLst>
        </pc:picChg>
        <pc:picChg chg="add mod">
          <ac:chgData name="Rosangela De Giosa" userId="93e80f3d-c527-44c3-887d-a4a8450fb368" providerId="ADAL" clId="{F2507DDE-EDEB-431C-8591-C3AD14965797}" dt="2025-06-17T16:15:07.728" v="2190" actId="14100"/>
          <ac:picMkLst>
            <pc:docMk/>
            <pc:sldMk cId="1691129340" sldId="1881839152"/>
            <ac:picMk id="2066" creationId="{E8EC6826-2DE1-185A-BC79-C9EBC34D36D7}"/>
          </ac:picMkLst>
        </pc:picChg>
      </pc:sldChg>
      <pc:sldChg chg="addSp delSp modSp add mod ord modClrScheme chgLayout">
        <pc:chgData name="Rosangela De Giosa" userId="93e80f3d-c527-44c3-887d-a4a8450fb368" providerId="ADAL" clId="{F2507DDE-EDEB-431C-8591-C3AD14965797}" dt="2025-06-17T16:20:33.076" v="2255" actId="113"/>
        <pc:sldMkLst>
          <pc:docMk/>
          <pc:sldMk cId="2292029008" sldId="1881839153"/>
        </pc:sldMkLst>
        <pc:spChg chg="mod ord">
          <ac:chgData name="Rosangela De Giosa" userId="93e80f3d-c527-44c3-887d-a4a8450fb368" providerId="ADAL" clId="{F2507DDE-EDEB-431C-8591-C3AD14965797}" dt="2025-06-17T15:55:40.051" v="1959" actId="26606"/>
          <ac:spMkLst>
            <pc:docMk/>
            <pc:sldMk cId="2292029008" sldId="1881839153"/>
            <ac:spMk id="5" creationId="{F270C5B4-FF57-2191-7F94-A95773E1AB24}"/>
          </ac:spMkLst>
        </pc:spChg>
        <pc:spChg chg="mod">
          <ac:chgData name="Rosangela De Giosa" userId="93e80f3d-c527-44c3-887d-a4a8450fb368" providerId="ADAL" clId="{F2507DDE-EDEB-431C-8591-C3AD14965797}" dt="2025-06-17T15:55:40.051" v="1959" actId="26606"/>
          <ac:spMkLst>
            <pc:docMk/>
            <pc:sldMk cId="2292029008" sldId="1881839153"/>
            <ac:spMk id="6" creationId="{C851F5C6-D3EA-31C2-81CC-732CED1405AF}"/>
          </ac:spMkLst>
        </pc:spChg>
        <pc:spChg chg="add mod">
          <ac:chgData name="Rosangela De Giosa" userId="93e80f3d-c527-44c3-887d-a4a8450fb368" providerId="ADAL" clId="{F2507DDE-EDEB-431C-8591-C3AD14965797}" dt="2025-06-17T16:20:33.076" v="2255" actId="113"/>
          <ac:spMkLst>
            <pc:docMk/>
            <pc:sldMk cId="2292029008" sldId="1881839153"/>
            <ac:spMk id="11" creationId="{0EDB6100-0972-AAD2-C7AC-A6CD13930380}"/>
          </ac:spMkLst>
        </pc:spChg>
        <pc:picChg chg="add mod ord">
          <ac:chgData name="Rosangela De Giosa" userId="93e80f3d-c527-44c3-887d-a4a8450fb368" providerId="ADAL" clId="{F2507DDE-EDEB-431C-8591-C3AD14965797}" dt="2025-06-17T15:55:47.421" v="1961" actId="1076"/>
          <ac:picMkLst>
            <pc:docMk/>
            <pc:sldMk cId="2292029008" sldId="1881839153"/>
            <ac:picMk id="2" creationId="{AF7AF6A0-B909-4A9D-36EC-A6CCD88708BA}"/>
          </ac:picMkLst>
        </pc:picChg>
      </pc:sldChg>
      <pc:sldChg chg="addSp delSp modSp add mod">
        <pc:chgData name="Rosangela De Giosa" userId="93e80f3d-c527-44c3-887d-a4a8450fb368" providerId="ADAL" clId="{F2507DDE-EDEB-431C-8591-C3AD14965797}" dt="2025-06-17T16:14:42.280" v="2182" actId="478"/>
        <pc:sldMkLst>
          <pc:docMk/>
          <pc:sldMk cId="10450506" sldId="1881839154"/>
        </pc:sldMkLst>
        <pc:spChg chg="mod">
          <ac:chgData name="Rosangela De Giosa" userId="93e80f3d-c527-44c3-887d-a4a8450fb368" providerId="ADAL" clId="{F2507DDE-EDEB-431C-8591-C3AD14965797}" dt="2025-06-17T15:59:29.664" v="2030" actId="207"/>
          <ac:spMkLst>
            <pc:docMk/>
            <pc:sldMk cId="10450506" sldId="1881839154"/>
            <ac:spMk id="11" creationId="{7EC81555-24F5-5B43-E749-8BD47F8ED985}"/>
          </ac:spMkLst>
        </pc:spChg>
        <pc:picChg chg="add mod">
          <ac:chgData name="Rosangela De Giosa" userId="93e80f3d-c527-44c3-887d-a4a8450fb368" providerId="ADAL" clId="{F2507DDE-EDEB-431C-8591-C3AD14965797}" dt="2025-06-17T15:59:09.182" v="2028" actId="1076"/>
          <ac:picMkLst>
            <pc:docMk/>
            <pc:sldMk cId="10450506" sldId="1881839154"/>
            <ac:picMk id="7" creationId="{4C148018-1212-8276-CA0F-D8717A7E9060}"/>
          </ac:picMkLst>
        </pc:picChg>
      </pc:sldChg>
      <pc:sldChg chg="addSp delSp modSp add mod ord">
        <pc:chgData name="Rosangela De Giosa" userId="93e80f3d-c527-44c3-887d-a4a8450fb368" providerId="ADAL" clId="{F2507DDE-EDEB-431C-8591-C3AD14965797}" dt="2025-06-17T16:20:36.059" v="2256" actId="113"/>
        <pc:sldMkLst>
          <pc:docMk/>
          <pc:sldMk cId="1712647685" sldId="1881839155"/>
        </pc:sldMkLst>
        <pc:spChg chg="mod">
          <ac:chgData name="Rosangela De Giosa" userId="93e80f3d-c527-44c3-887d-a4a8450fb368" providerId="ADAL" clId="{F2507DDE-EDEB-431C-8591-C3AD14965797}" dt="2025-06-17T16:00:07.173" v="2038" actId="20577"/>
          <ac:spMkLst>
            <pc:docMk/>
            <pc:sldMk cId="1712647685" sldId="1881839155"/>
            <ac:spMk id="6" creationId="{CFE6E4F1-637E-A740-F8DC-E94D39DF3186}"/>
          </ac:spMkLst>
        </pc:spChg>
        <pc:spChg chg="mod">
          <ac:chgData name="Rosangela De Giosa" userId="93e80f3d-c527-44c3-887d-a4a8450fb368" providerId="ADAL" clId="{F2507DDE-EDEB-431C-8591-C3AD14965797}" dt="2025-06-17T16:20:36.059" v="2256" actId="113"/>
          <ac:spMkLst>
            <pc:docMk/>
            <pc:sldMk cId="1712647685" sldId="1881839155"/>
            <ac:spMk id="11" creationId="{985CCA1E-F078-D8E9-A6E6-3CD1296FD56D}"/>
          </ac:spMkLst>
        </pc:spChg>
        <pc:picChg chg="add mod modCrop">
          <ac:chgData name="Rosangela De Giosa" userId="93e80f3d-c527-44c3-887d-a4a8450fb368" providerId="ADAL" clId="{F2507DDE-EDEB-431C-8591-C3AD14965797}" dt="2025-06-17T16:00:55.050" v="2055" actId="1076"/>
          <ac:picMkLst>
            <pc:docMk/>
            <pc:sldMk cId="1712647685" sldId="1881839155"/>
            <ac:picMk id="7" creationId="{EB99AB8A-37A4-04FF-C394-745D10D2C48E}"/>
          </ac:picMkLst>
        </pc:picChg>
      </pc:sldChg>
      <pc:sldChg chg="addSp delSp modSp add mod">
        <pc:chgData name="Rosangela De Giosa" userId="93e80f3d-c527-44c3-887d-a4a8450fb368" providerId="ADAL" clId="{F2507DDE-EDEB-431C-8591-C3AD14965797}" dt="2025-06-17T16:20:40.374" v="2257" actId="113"/>
        <pc:sldMkLst>
          <pc:docMk/>
          <pc:sldMk cId="3976838216" sldId="1881839156"/>
        </pc:sldMkLst>
        <pc:spChg chg="mod">
          <ac:chgData name="Rosangela De Giosa" userId="93e80f3d-c527-44c3-887d-a4a8450fb368" providerId="ADAL" clId="{F2507DDE-EDEB-431C-8591-C3AD14965797}" dt="2025-06-17T16:20:40.374" v="2257" actId="113"/>
          <ac:spMkLst>
            <pc:docMk/>
            <pc:sldMk cId="3976838216" sldId="1881839156"/>
            <ac:spMk id="11" creationId="{29CF8181-FEAB-E9A6-075D-84C0BB3D4584}"/>
          </ac:spMkLst>
        </pc:spChg>
        <pc:picChg chg="add mod">
          <ac:chgData name="Rosangela De Giosa" userId="93e80f3d-c527-44c3-887d-a4a8450fb368" providerId="ADAL" clId="{F2507DDE-EDEB-431C-8591-C3AD14965797}" dt="2025-06-17T16:02:14.851" v="2073" actId="1076"/>
          <ac:picMkLst>
            <pc:docMk/>
            <pc:sldMk cId="3976838216" sldId="1881839156"/>
            <ac:picMk id="2" creationId="{8A9C6303-995E-987E-B387-2AAB6040B63C}"/>
          </ac:picMkLst>
        </pc:picChg>
        <pc:picChg chg="add mod">
          <ac:chgData name="Rosangela De Giosa" userId="93e80f3d-c527-44c3-887d-a4a8450fb368" providerId="ADAL" clId="{F2507DDE-EDEB-431C-8591-C3AD14965797}" dt="2025-06-17T16:04:24.929" v="2081" actId="1076"/>
          <ac:picMkLst>
            <pc:docMk/>
            <pc:sldMk cId="3976838216" sldId="1881839156"/>
            <ac:picMk id="8" creationId="{B792D5D9-D5C2-FF84-9F3F-CFCD57E6DB23}"/>
          </ac:picMkLst>
        </pc:picChg>
      </pc:sldChg>
      <pc:sldChg chg="addSp delSp modSp add mod ord">
        <pc:chgData name="Rosangela De Giosa" userId="93e80f3d-c527-44c3-887d-a4a8450fb368" providerId="ADAL" clId="{F2507DDE-EDEB-431C-8591-C3AD14965797}" dt="2025-06-17T16:20:47.746" v="2258" actId="113"/>
        <pc:sldMkLst>
          <pc:docMk/>
          <pc:sldMk cId="715525376" sldId="1881839157"/>
        </pc:sldMkLst>
        <pc:spChg chg="mod">
          <ac:chgData name="Rosangela De Giosa" userId="93e80f3d-c527-44c3-887d-a4a8450fb368" providerId="ADAL" clId="{F2507DDE-EDEB-431C-8591-C3AD14965797}" dt="2025-06-17T16:05:10.841" v="2107" actId="20577"/>
          <ac:spMkLst>
            <pc:docMk/>
            <pc:sldMk cId="715525376" sldId="1881839157"/>
            <ac:spMk id="6" creationId="{BFA023F7-CFB0-61CB-0F61-F1283DAE406C}"/>
          </ac:spMkLst>
        </pc:spChg>
        <pc:spChg chg="mod">
          <ac:chgData name="Rosangela De Giosa" userId="93e80f3d-c527-44c3-887d-a4a8450fb368" providerId="ADAL" clId="{F2507DDE-EDEB-431C-8591-C3AD14965797}" dt="2025-06-17T16:20:47.746" v="2258" actId="113"/>
          <ac:spMkLst>
            <pc:docMk/>
            <pc:sldMk cId="715525376" sldId="1881839157"/>
            <ac:spMk id="11" creationId="{8FF741AB-286C-8E3B-D2F0-7582E59B8B5C}"/>
          </ac:spMkLst>
        </pc:spChg>
        <pc:picChg chg="add mod">
          <ac:chgData name="Rosangela De Giosa" userId="93e80f3d-c527-44c3-887d-a4a8450fb368" providerId="ADAL" clId="{F2507DDE-EDEB-431C-8591-C3AD14965797}" dt="2025-06-17T16:05:20.919" v="2112" actId="1076"/>
          <ac:picMkLst>
            <pc:docMk/>
            <pc:sldMk cId="715525376" sldId="1881839157"/>
            <ac:picMk id="2" creationId="{62B8C99E-9DAF-9DF1-9DD9-4BE992A39014}"/>
          </ac:picMkLst>
        </pc:picChg>
      </pc:sldChg>
      <pc:sldChg chg="addSp delSp modSp add mod modClrScheme chgLayout">
        <pc:chgData name="Rosangela De Giosa" userId="93e80f3d-c527-44c3-887d-a4a8450fb368" providerId="ADAL" clId="{F2507DDE-EDEB-431C-8591-C3AD14965797}" dt="2025-06-17T16:20:51.638" v="2259" actId="113"/>
        <pc:sldMkLst>
          <pc:docMk/>
          <pc:sldMk cId="1691460690" sldId="1881839158"/>
        </pc:sldMkLst>
        <pc:spChg chg="mod">
          <ac:chgData name="Rosangela De Giosa" userId="93e80f3d-c527-44c3-887d-a4a8450fb368" providerId="ADAL" clId="{F2507DDE-EDEB-431C-8591-C3AD14965797}" dt="2025-06-17T16:07:29.837" v="2135" actId="26606"/>
          <ac:spMkLst>
            <pc:docMk/>
            <pc:sldMk cId="1691460690" sldId="1881839158"/>
            <ac:spMk id="5" creationId="{D6C63FE8-A937-8DB2-134F-C3C8C0815572}"/>
          </ac:spMkLst>
        </pc:spChg>
        <pc:spChg chg="mod ord">
          <ac:chgData name="Rosangela De Giosa" userId="93e80f3d-c527-44c3-887d-a4a8450fb368" providerId="ADAL" clId="{F2507DDE-EDEB-431C-8591-C3AD14965797}" dt="2025-06-17T16:07:29.837" v="2135" actId="26606"/>
          <ac:spMkLst>
            <pc:docMk/>
            <pc:sldMk cId="1691460690" sldId="1881839158"/>
            <ac:spMk id="6" creationId="{D10C3B02-793D-07F3-E1D4-BE21C0B33A33}"/>
          </ac:spMkLst>
        </pc:spChg>
        <pc:spChg chg="mod">
          <ac:chgData name="Rosangela De Giosa" userId="93e80f3d-c527-44c3-887d-a4a8450fb368" providerId="ADAL" clId="{F2507DDE-EDEB-431C-8591-C3AD14965797}" dt="2025-06-17T16:20:51.638" v="2259" actId="113"/>
          <ac:spMkLst>
            <pc:docMk/>
            <pc:sldMk cId="1691460690" sldId="1881839158"/>
            <ac:spMk id="11" creationId="{1821FD54-4F96-B5DA-9D01-55F8EDC917C2}"/>
          </ac:spMkLst>
        </pc:spChg>
        <pc:picChg chg="add mod ord">
          <ac:chgData name="Rosangela De Giosa" userId="93e80f3d-c527-44c3-887d-a4a8450fb368" providerId="ADAL" clId="{F2507DDE-EDEB-431C-8591-C3AD14965797}" dt="2025-06-17T16:07:40.885" v="2139" actId="1076"/>
          <ac:picMkLst>
            <pc:docMk/>
            <pc:sldMk cId="1691460690" sldId="1881839158"/>
            <ac:picMk id="8" creationId="{D8E4B7A9-ACBE-A2A5-AF84-C40C6E8B9990}"/>
          </ac:picMkLst>
        </pc:picChg>
      </pc:sldChg>
      <pc:sldChg chg="addSp delSp modSp new mod">
        <pc:chgData name="Rosangela De Giosa" userId="93e80f3d-c527-44c3-887d-a4a8450fb368" providerId="ADAL" clId="{F2507DDE-EDEB-431C-8591-C3AD14965797}" dt="2025-06-17T16:13:02.950" v="2163" actId="1076"/>
        <pc:sldMkLst>
          <pc:docMk/>
          <pc:sldMk cId="1044768061" sldId="1881839159"/>
        </pc:sldMkLst>
        <pc:picChg chg="add mod">
          <ac:chgData name="Rosangela De Giosa" userId="93e80f3d-c527-44c3-887d-a4a8450fb368" providerId="ADAL" clId="{F2507DDE-EDEB-431C-8591-C3AD14965797}" dt="2025-06-17T16:13:02.950" v="2163" actId="1076"/>
          <ac:picMkLst>
            <pc:docMk/>
            <pc:sldMk cId="1044768061" sldId="1881839159"/>
            <ac:picMk id="5" creationId="{F3D6929F-24A3-29ED-7325-C737C909CD18}"/>
          </ac:picMkLst>
        </pc:picChg>
      </pc:sldChg>
      <pc:sldMasterChg chg="delSldLayout">
        <pc:chgData name="Rosangela De Giosa" userId="93e80f3d-c527-44c3-887d-a4a8450fb368" providerId="ADAL" clId="{F2507DDE-EDEB-431C-8591-C3AD14965797}" dt="2025-06-17T15:53:46.096" v="1868" actId="47"/>
        <pc:sldMasterMkLst>
          <pc:docMk/>
          <pc:sldMasterMk cId="2924229438" sldId="2147484085"/>
        </pc:sldMasterMkLst>
        <pc:sldLayoutChg chg="del">
          <pc:chgData name="Rosangela De Giosa" userId="93e80f3d-c527-44c3-887d-a4a8450fb368" providerId="ADAL" clId="{F2507DDE-EDEB-431C-8591-C3AD14965797}" dt="2025-06-17T15:53:46.096" v="1868" actId="47"/>
          <pc:sldLayoutMkLst>
            <pc:docMk/>
            <pc:sldMasterMk cId="2924229438" sldId="2147484085"/>
            <pc:sldLayoutMk cId="2802379839" sldId="2147484098"/>
          </pc:sldLayoutMkLst>
        </pc:sldLayoutChg>
      </pc:sldMasterChg>
    </pc:docChg>
  </pc:docChgLst>
  <pc:docChgLst>
    <pc:chgData name="Rosangela De Giosa" userId="S::rosangela.de.giosa@it.ey.com::93e80f3d-c527-44c3-887d-a4a8450fb368" providerId="AD" clId="Web-{6D1782BE-7B32-5FC1-4A74-6A9AD4E61B49}"/>
    <pc:docChg chg="modSld">
      <pc:chgData name="Rosangela De Giosa" userId="S::rosangela.de.giosa@it.ey.com::93e80f3d-c527-44c3-887d-a4a8450fb368" providerId="AD" clId="Web-{6D1782BE-7B32-5FC1-4A74-6A9AD4E61B49}" dt="2025-06-17T16:27:14.984" v="0" actId="14100"/>
      <pc:docMkLst>
        <pc:docMk/>
      </pc:docMkLst>
      <pc:sldChg chg="modSp">
        <pc:chgData name="Rosangela De Giosa" userId="S::rosangela.de.giosa@it.ey.com::93e80f3d-c527-44c3-887d-a4a8450fb368" providerId="AD" clId="Web-{6D1782BE-7B32-5FC1-4A74-6A9AD4E61B49}" dt="2025-06-17T16:27:14.984" v="0" actId="14100"/>
        <pc:sldMkLst>
          <pc:docMk/>
          <pc:sldMk cId="4131760250" sldId="1881839139"/>
        </pc:sldMkLst>
        <pc:picChg chg="mod">
          <ac:chgData name="Rosangela De Giosa" userId="S::rosangela.de.giosa@it.ey.com::93e80f3d-c527-44c3-887d-a4a8450fb368" providerId="AD" clId="Web-{6D1782BE-7B32-5FC1-4A74-6A9AD4E61B49}" dt="2025-06-17T16:27:14.984" v="0" actId="14100"/>
          <ac:picMkLst>
            <pc:docMk/>
            <pc:sldMk cId="4131760250" sldId="1881839139"/>
            <ac:picMk id="8" creationId="{5F368A62-56C4-211E-0279-65E8F3362E5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23/06/2025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23/06/2025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3314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2659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D9E433B3-F2D7-EE0E-B292-997EB25B05B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Logo">
            <a:extLst>
              <a:ext uri="{FF2B5EF4-FFF2-40B4-BE49-F238E27FC236}">
                <a16:creationId xmlns:a16="http://schemas.microsoft.com/office/drawing/2014/main" id="{EECBC22F-ABFB-48B6-CDC6-4309042A5544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3BB4C61E-397F-F826-D32A-B638714F9D51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4E97927A-B711-1BD1-7DB6-31EEB9331E23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D5D626F4-6013-3429-50AE-E567EFCF0F27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09D62-8CBB-4C26-25AB-05059EB86BE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6EE34A0-C73B-43AA-B981-8A70FF27C404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017EB-39DF-917C-4EA3-49EFC051410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B8B36-78CB-32A2-25CF-5967EFA2456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384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 descr="A blurry image of a person&#10;&#10;Description automatically generated">
            <a:extLst>
              <a:ext uri="{FF2B5EF4-FFF2-40B4-BE49-F238E27FC236}">
                <a16:creationId xmlns:a16="http://schemas.microsoft.com/office/drawing/2014/main" id="{E1799826-E423-46F7-36D9-A960EFB822B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A8FEE-D114-42EB-B467-07FC8ACCD624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4CFBABDE-43B8-B4AD-62B7-9BAD9B05193A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FB277BB-02D7-CF64-703C-61BA44354D43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DA16F5A-1F04-237B-E750-9909A6478A86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5E6116E-1248-BA3A-5F9C-827C2BE26CEC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196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A blurry image of a rainbow&#10;&#10;Description automatically generated">
            <a:extLst>
              <a:ext uri="{FF2B5EF4-FFF2-40B4-BE49-F238E27FC236}">
                <a16:creationId xmlns:a16="http://schemas.microsoft.com/office/drawing/2014/main" id="{A2A28331-3A24-BC3F-1B9B-BAB01D3DA0C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-1"/>
            <a:ext cx="12193200" cy="68616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8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4680B-13BD-47C4-9E78-7312BB65F212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grpSp>
        <p:nvGrpSpPr>
          <p:cNvPr id="9" name="Logo">
            <a:extLst>
              <a:ext uri="{FF2B5EF4-FFF2-40B4-BE49-F238E27FC236}">
                <a16:creationId xmlns:a16="http://schemas.microsoft.com/office/drawing/2014/main" id="{36D36C33-0B8C-8DBD-3F6B-18CF865961F1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DA3CB2D9-CE5B-5012-157D-3AE3DF5D1F33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B023BFD-E84E-29EF-B3C7-7EA579CF4E95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A98FFF98-BC19-88BE-80DE-100A03E1A068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98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 descr="A colorful light in the dark&#10;&#10;Description automatically generated">
            <a:extLst>
              <a:ext uri="{FF2B5EF4-FFF2-40B4-BE49-F238E27FC236}">
                <a16:creationId xmlns:a16="http://schemas.microsoft.com/office/drawing/2014/main" id="{B01642D7-4E4F-867F-08FE-F5B7458A38C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3" y="1411287"/>
            <a:ext cx="3571200" cy="4638675"/>
          </a:xfrm>
          <a:solidFill>
            <a:srgbClr val="2E2E38">
              <a:alpha val="60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096" y="1411287"/>
            <a:ext cx="3571200" cy="4638675"/>
          </a:xfrm>
          <a:solidFill>
            <a:srgbClr val="2E2E38">
              <a:alpha val="60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8670" y="1411287"/>
            <a:ext cx="3571200" cy="4638675"/>
          </a:xfrm>
          <a:solidFill>
            <a:srgbClr val="2E2E38">
              <a:alpha val="60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C153E-9DAF-49F2-BDFF-91687879F583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096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9851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grpSp>
        <p:nvGrpSpPr>
          <p:cNvPr id="17" name="Logo">
            <a:extLst>
              <a:ext uri="{FF2B5EF4-FFF2-40B4-BE49-F238E27FC236}">
                <a16:creationId xmlns:a16="http://schemas.microsoft.com/office/drawing/2014/main" id="{EC0BFB89-FAB5-160D-D6E7-673C72C630D5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49E0C4E9-31F6-3AD8-056E-81A5BE6A3E4C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290A4FFE-C215-2C91-4D46-32D31805E46C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7E3BFB0A-D692-C730-136A-21B4EBAA94EC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026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14682-16D2-4DDF-B2E4-906651768A9F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2016125"/>
            <a:ext cx="5610479" cy="4033837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7C4A53-D484-0A91-32DE-DC7DFBC6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9"/>
            <a:ext cx="5610479" cy="1057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martArt Placeholder 13">
            <a:extLst>
              <a:ext uri="{FF2B5EF4-FFF2-40B4-BE49-F238E27FC236}">
                <a16:creationId xmlns:a16="http://schemas.microsoft.com/office/drawing/2014/main" id="{7CC7DD02-31B9-871B-D392-67044008A7C6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F8BC9449-6E17-FDE5-FA92-7342C909AE74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535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Background" descr="A blurry image of a rainbow&#10;&#10;Description automatically generated">
            <a:extLst>
              <a:ext uri="{FF2B5EF4-FFF2-40B4-BE49-F238E27FC236}">
                <a16:creationId xmlns:a16="http://schemas.microsoft.com/office/drawing/2014/main" id="{C586CC36-CAC3-0258-347D-5742F734B09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-1"/>
            <a:ext cx="12193200" cy="6861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6CAC-C417-4BE4-8F7A-03F6C4C3AC64}" type="datetime3">
              <a:rPr lang="en-US" smtClean="0"/>
              <a:t>23 June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387BF89-2CF2-833C-F3D8-A6095E99E2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808AA70-A8F5-B52B-A33E-3456242455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9EACB69D-0795-B94F-58F7-2F354BB47D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A977ACC9-4278-37A3-C20C-7458A96B95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4CDE11A7-CFD5-0BCE-E9EB-82E0961682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53FBCF7B-885D-438B-8ADE-568707D41F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D35D28B5-B927-1D64-2A2C-CAE9617F720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041E794A-5BA9-0AEB-B69E-BDD517FE038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47E89372-29EB-BAE0-BD25-5DCA52F7BAD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976A4CC0-A57B-68E6-0F76-F1A6D82EF66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51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Background" descr="A bright light in the dark&#10;&#10;Description automatically generated">
            <a:extLst>
              <a:ext uri="{FF2B5EF4-FFF2-40B4-BE49-F238E27FC236}">
                <a16:creationId xmlns:a16="http://schemas.microsoft.com/office/drawing/2014/main" id="{637E6C91-FD1F-3802-3EB8-7D594FFF35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9E36E-018C-4A23-9B4B-846D9B42D52F}" type="datetime3">
              <a:rPr lang="en-US" smtClean="0"/>
              <a:t>23 June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Media Placeholder 11">
            <a:extLst>
              <a:ext uri="{FF2B5EF4-FFF2-40B4-BE49-F238E27FC236}">
                <a16:creationId xmlns:a16="http://schemas.microsoft.com/office/drawing/2014/main" id="{B97339DA-6D1A-73DA-1D4D-62D37C6FF51E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3827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1E260C28-CF82-AB16-FC6C-EC53C01131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2936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35A31772-E4C2-BB70-6831-1ABF28FD7A77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D57B9AE-D53A-D4F0-3B7F-B81EBF5E0085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130E49FD-7AF1-7B62-0761-FF4FF1264371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E608EC-B7D8-A3B6-E4F4-28E79663F16F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75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yellow and black light&#10;&#10;Description automatically generated with medium confidence">
            <a:extLst>
              <a:ext uri="{FF2B5EF4-FFF2-40B4-BE49-F238E27FC236}">
                <a16:creationId xmlns:a16="http://schemas.microsoft.com/office/drawing/2014/main" id="{48DB6F09-4360-87F8-7045-768BF31446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7F408-41C0-4827-A3D8-F81A16A651DC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136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136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958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958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2781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2781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6603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6603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0BA6537A-D367-6DF9-2A2C-F0EF216DD5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6802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1ABE1BD9-533C-1930-8960-4BAE5CA746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625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FFEBD01-EBC9-7BDA-3CC5-39B4C8203AA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4448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38869CAE-EFD2-4214-1658-F59F26B22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8270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3" name="Logo">
            <a:extLst>
              <a:ext uri="{FF2B5EF4-FFF2-40B4-BE49-F238E27FC236}">
                <a16:creationId xmlns:a16="http://schemas.microsoft.com/office/drawing/2014/main" id="{EB1712DB-44E3-F1E8-EE98-F386A5DBCFB5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2FA99ABD-7D1B-8F65-C9CB-2CBCEBD94E69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025AE411-6530-3204-66E5-2472998CA5C4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8FBCF87D-7239-07DB-2566-2B574AA52E9E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417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yellow and green light&#10;&#10;Description automatically generated">
            <a:extLst>
              <a:ext uri="{FF2B5EF4-FFF2-40B4-BE49-F238E27FC236}">
                <a16:creationId xmlns:a16="http://schemas.microsoft.com/office/drawing/2014/main" id="{E292F2D6-66C2-B22A-7FFF-05A7B3505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F73AE-8D11-4B2F-A332-6A5F529804F7}" type="datetime3">
              <a:rPr lang="en-US" smtClean="0"/>
              <a:t>23 June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Logo">
            <a:extLst>
              <a:ext uri="{FF2B5EF4-FFF2-40B4-BE49-F238E27FC236}">
                <a16:creationId xmlns:a16="http://schemas.microsoft.com/office/drawing/2014/main" id="{D638B96B-B381-0A4A-9C03-FAEA8FCC0C3A}"/>
              </a:ext>
            </a:extLst>
          </p:cNvPr>
          <p:cNvGrpSpPr/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F93FF753-4D01-4602-8217-3FFCC28BA2A1}"/>
                </a:ext>
              </a:extLst>
            </p:cNvPr>
            <p:cNvSpPr/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E36D5F7D-FB28-AFA3-2358-69211F54C147}"/>
                </a:ext>
              </a:extLst>
            </p:cNvPr>
            <p:cNvSpPr/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2505B87-640B-2273-C7C7-DB96614AC411}"/>
                </a:ext>
              </a:extLst>
            </p:cNvPr>
            <p:cNvSpPr/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6466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90439DC1-BA10-4880-BF2E-76893FD81790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059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DFCB-D1B8-4386-87B8-F40C5AEAFEFB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32306285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0992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1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09FA-FD18-4B0E-A627-818CB7D44EF8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1886001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1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686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9850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B71EF-A6FE-49B4-A369-976B1595DA2D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686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9851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0604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85A1-137A-4E09-8168-86FD3E6A7973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2016125"/>
            <a:ext cx="5610479" cy="4033837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7C4A53-D484-0A91-32DE-DC7DFBC6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9"/>
            <a:ext cx="5610479" cy="105747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4" name="SmartArt Placeholder 13">
            <a:extLst>
              <a:ext uri="{FF2B5EF4-FFF2-40B4-BE49-F238E27FC236}">
                <a16:creationId xmlns:a16="http://schemas.microsoft.com/office/drawing/2014/main" id="{F2CC33D2-B8A3-7F9B-23C1-E7D77B5CBDB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994D7891-125A-9B0F-C008-AB28FC5AC8AA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14423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BB4B1-A3BE-434C-9AD2-D126D4431DC9}" type="datetime3">
              <a:rPr lang="en-US" smtClean="0"/>
              <a:t>23 June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0886606-7F7C-229B-523F-A51D629D8F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DFDFED0-9426-6F78-EE09-B416D35596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0D1CEB-1876-8DB7-6913-D6F96D953A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344ED76-364E-1538-DFB0-B25FC3D75E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CFE1354-17C3-F8BE-C22A-B4DC2FEEE4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197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67BB-7D23-4326-996F-F2FD21A2BC07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9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91B39-732E-4B6F-94A9-5B5F5CB31F6E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D478FB2-6DCF-6364-722B-2742BAEAC4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136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FCFAFC67-67EB-77A0-37B8-8F94E36FCE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136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A9C6B41-3A95-E48C-A2FB-F44DF9BAA1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958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178FBE03-C652-44D2-25D5-890DFD9C79B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958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2E834814-156C-DD69-C4E8-B06A336B25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2781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1415004B-E405-3D2D-0ECF-803558DDBD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2781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F9516F05-42DF-88FC-DB3A-ABF3A24B7C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6603" y="4437064"/>
            <a:ext cx="2544933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7ADA0828-0BAF-D28A-DFD9-EC75EA33AA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6603" y="5243516"/>
            <a:ext cx="2544932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C8B47107-CA48-6A17-263C-DE3A8EBB5E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6802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7F2B691F-0BA0-78CD-0B0D-09ADBB99BE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625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16865DFF-E6B4-6453-02D9-4C145A3BB1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4448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9" name="Picture Placeholder 12">
            <a:extLst>
              <a:ext uri="{FF2B5EF4-FFF2-40B4-BE49-F238E27FC236}">
                <a16:creationId xmlns:a16="http://schemas.microsoft.com/office/drawing/2014/main" id="{5ABD9B1F-4FA5-2EC8-8720-83890818B2E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8270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0880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E320E-BB6B-411F-A226-9D8BB518E6BF}" type="datetime3">
              <a:rPr lang="en-US" smtClean="0"/>
              <a:t>23 June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779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8B2B-ED84-D8B9-C6E0-AF4BC1706B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E5B408C-772D-4848-9C1B-62A1883586B1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BA85-AB9A-E34B-448A-B5BB1CE52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81B-AFD3-2CFE-BC00-E7A7205688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3483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86011-88F7-4D27-88FF-29229304D94D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37375091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6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1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E8A-D1F0-4637-88FC-FEA4C268842A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15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372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221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70FED-DAAF-4620-8301-2010C6668930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070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8293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372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221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4A607-3901-491C-8885-564EE266EC68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070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91EC5-9CD6-B52C-F192-1D28C197D5E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5523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F5F74F9-864E-3DD7-6291-763A9D830F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377373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EC6B6C9-6D62-F36C-8404-9E032EF106E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69221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7F9E8A1-A5A0-CC6C-3FD8-D24AC966E14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61070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7114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5521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2096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138670" y="1411287"/>
            <a:ext cx="3571200" cy="4638675"/>
          </a:xfrm>
          <a:solidFill>
            <a:schemeClr val="bg2">
              <a:alpha val="60000"/>
            </a:scheme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CB5E8-9A2D-4796-9B62-7B13DBF3233D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096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1D1C9E-8438-3A10-53E8-497704D4A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080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AB26-9244-40C1-837D-9189EB7D7925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9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8" name="SmartArt Placeholder 13">
            <a:extLst>
              <a:ext uri="{FF2B5EF4-FFF2-40B4-BE49-F238E27FC236}">
                <a16:creationId xmlns:a16="http://schemas.microsoft.com/office/drawing/2014/main" id="{22E94658-5E5F-713F-D9E0-D9B1BA7B8DE6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9" name="SmartArt Placeholder 14">
            <a:extLst>
              <a:ext uri="{FF2B5EF4-FFF2-40B4-BE49-F238E27FC236}">
                <a16:creationId xmlns:a16="http://schemas.microsoft.com/office/drawing/2014/main" id="{B9319F0D-BF5B-DAC6-565F-071837332CE2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2018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45D26-DED2-4668-B784-A4925AAE4258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712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9938" y="0"/>
            <a:ext cx="3802061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309277" y="1411287"/>
            <a:ext cx="35712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9361665-A619-0AEE-E8F0-5711C798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7394953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49F394CB-D44E-05F9-DC08-4647530A14B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6" name="SmartArt Placeholder 14">
            <a:extLst>
              <a:ext uri="{FF2B5EF4-FFF2-40B4-BE49-F238E27FC236}">
                <a16:creationId xmlns:a16="http://schemas.microsoft.com/office/drawing/2014/main" id="{AF8920BD-6719-DAF4-4B8A-714342782BCB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53601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8762F-1922-4AC6-A330-E553077E969A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5113" y="0"/>
            <a:ext cx="3036886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3302078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468690-9C07-32F0-8029-E127A361B770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118634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452E42-0F44-3CC2-78EC-9EE78A1B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82588"/>
            <a:ext cx="8181910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martArt Placeholder 13">
            <a:extLst>
              <a:ext uri="{FF2B5EF4-FFF2-40B4-BE49-F238E27FC236}">
                <a16:creationId xmlns:a16="http://schemas.microsoft.com/office/drawing/2014/main" id="{CF452C82-E3A0-D6AB-B0CB-61F9237B6193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90A9999A-08F8-4E6E-6BC6-EDD880355EAE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1994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D20D0-87D3-43C7-AB56-BC9A457BC713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6234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CF299-8B58-4FD6-A01A-49598D9E3F2C}" type="datetime3">
              <a:rPr lang="en-US" smtClean="0"/>
              <a:t>23 June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7BC80A-0B74-DD25-90D5-7D9F71589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8549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F5E5E41-09E4-029C-0E75-C9B547EC8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8549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1A34F1E0-A87C-7178-6538-22253973A9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5523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74E37A4-57E6-2CDF-2A5F-3C554861B7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523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116B2E5-B73A-D121-0F3D-AD18A29831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08549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EB861F1-1DCD-AC14-72C5-74E3CBEDCC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8549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2AD0FA3F-F163-4A05-299B-BC661CE2D5A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5523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5857066-46A9-72C9-EBC1-46A671B0000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08549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8DCA9A-F508-544F-26AE-564194DADC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8549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0057E680-F84B-F640-97B3-1574895E590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85523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A0A840B-4CD0-8E51-0DB8-CAA8C5CE56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08549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07FD0F3-2EFB-1048-729B-F8D9C5387E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08549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8F182A88-FA5D-6BF5-64A4-F27206333D0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85523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0E55779C-A246-7AA1-1246-32F3BAC3E9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99994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AE906D56-BF94-FEC3-DB85-DEC802C0ED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99994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CF08BE99-68E9-C172-4584-192EAC7EBA2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377372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61B59087-059A-8552-985C-C458B49492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77372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80CEAFC-3F56-53A9-7CA1-6FF2EFEA9F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99994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F927087-C230-38DF-C1BC-D979647576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99994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7" name="Picture Placeholder 12">
            <a:extLst>
              <a:ext uri="{FF2B5EF4-FFF2-40B4-BE49-F238E27FC236}">
                <a16:creationId xmlns:a16="http://schemas.microsoft.com/office/drawing/2014/main" id="{E5B079F2-242E-7156-DFAD-AED073123B5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372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BAD8BB7A-C875-E730-22F2-58BF881807E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99994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428864EC-7BF7-9E3F-14AA-1569F68FDB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99994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01784631-4FDE-2C65-08D2-90389B52BB2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377372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0154653D-5642-2E90-794A-C1E075F2C19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99994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7B745924-C16B-48BF-AE37-F5CD447BF3B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99994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3" name="Picture Placeholder 12">
            <a:extLst>
              <a:ext uri="{FF2B5EF4-FFF2-40B4-BE49-F238E27FC236}">
                <a16:creationId xmlns:a16="http://schemas.microsoft.com/office/drawing/2014/main" id="{4E35CBCD-AFBE-52EA-7BC2-89F29ED83F88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377372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C6A4FD7C-43FE-CC16-4728-179DD98E56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92514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CCC5923F-9079-4223-BD7D-2ECA17762C8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92514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D730576F-217C-362A-C36F-674299D51B9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269221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683AAA8B-B0B9-8676-2816-59B9081C34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69221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66FDE5EC-EECA-8ACE-6501-3066CB7FE8A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92514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73D20F87-E90C-42D0-0ED6-6300216BB30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92514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0" name="Picture Placeholder 12">
            <a:extLst>
              <a:ext uri="{FF2B5EF4-FFF2-40B4-BE49-F238E27FC236}">
                <a16:creationId xmlns:a16="http://schemas.microsoft.com/office/drawing/2014/main" id="{03693376-1C6C-F15B-897B-29DF694405E9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269221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77461B86-A1F2-292C-BC4A-3A720C40ECF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292514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32236890-E7EA-252D-D7B2-D649918B3AD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292514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3" name="Picture Placeholder 12">
            <a:extLst>
              <a:ext uri="{FF2B5EF4-FFF2-40B4-BE49-F238E27FC236}">
                <a16:creationId xmlns:a16="http://schemas.microsoft.com/office/drawing/2014/main" id="{9D7279F8-145F-2BC9-392D-C195932B23E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69221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38CC5E8C-843D-F801-E86E-74E733EC4AC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292514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1F5E5E23-4BD8-2BF8-132F-46B1EEF1CE4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292514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5CD9EB6F-BA12-B7A4-0F8D-EF9271F7223A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269221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23566F37-EF18-0360-14F6-C03B1215951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76432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58D642CD-278F-34F9-CF75-99A7339353C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76432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9" name="Picture Placeholder 12">
            <a:extLst>
              <a:ext uri="{FF2B5EF4-FFF2-40B4-BE49-F238E27FC236}">
                <a16:creationId xmlns:a16="http://schemas.microsoft.com/office/drawing/2014/main" id="{4F6E90F8-DB8A-5E9D-7163-AC30457FEAC0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161070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7435555B-D553-70C9-B67C-5A661E9585C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1070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5DB8DE5C-79AE-8E49-DC40-B4E1DDB68BA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0176432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289E0F5F-936F-FA54-01D7-5CD0040D07C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176432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11FBE638-0595-F8E5-AFBB-43DC12983672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161070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A3352A0C-1A08-FCFC-FF9C-CCA8F22308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176432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5" name="Text Placeholder 9">
            <a:extLst>
              <a:ext uri="{FF2B5EF4-FFF2-40B4-BE49-F238E27FC236}">
                <a16:creationId xmlns:a16="http://schemas.microsoft.com/office/drawing/2014/main" id="{6E261588-76E1-16B7-8374-3F9A28832EF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176432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CAE85F7E-2BA3-3513-9E8B-8B03FE7AAC4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161070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7" name="Text Placeholder 9">
            <a:extLst>
              <a:ext uri="{FF2B5EF4-FFF2-40B4-BE49-F238E27FC236}">
                <a16:creationId xmlns:a16="http://schemas.microsoft.com/office/drawing/2014/main" id="{7280094F-B199-060D-4D4B-CA4F1BFCF5F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176432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253E3C85-558C-05C1-155E-0E52AA94351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176432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9" name="Picture Placeholder 12">
            <a:extLst>
              <a:ext uri="{FF2B5EF4-FFF2-40B4-BE49-F238E27FC236}">
                <a16:creationId xmlns:a16="http://schemas.microsoft.com/office/drawing/2014/main" id="{E5B87C2C-7F36-6D34-D014-54305471A5A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161070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70" name="SmartArt Placeholder 7">
            <a:extLst>
              <a:ext uri="{FF2B5EF4-FFF2-40B4-BE49-F238E27FC236}">
                <a16:creationId xmlns:a16="http://schemas.microsoft.com/office/drawing/2014/main" id="{162A8BA6-6F67-C4EB-3430-78F1A0EC0F06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485523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1" name="SmartArt Placeholder 7">
            <a:extLst>
              <a:ext uri="{FF2B5EF4-FFF2-40B4-BE49-F238E27FC236}">
                <a16:creationId xmlns:a16="http://schemas.microsoft.com/office/drawing/2014/main" id="{EC5DF0FE-64D1-AB19-CAF1-A390D6492B0D}"/>
              </a:ext>
            </a:extLst>
          </p:cNvPr>
          <p:cNvSpPr>
            <a:spLocks noGrp="1"/>
          </p:cNvSpPr>
          <p:nvPr>
            <p:ph type="dgm" sz="quarter" idx="75" hasCustomPrompt="1"/>
          </p:nvPr>
        </p:nvSpPr>
        <p:spPr>
          <a:xfrm>
            <a:off x="3377372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2" name="SmartArt Placeholder 7">
            <a:extLst>
              <a:ext uri="{FF2B5EF4-FFF2-40B4-BE49-F238E27FC236}">
                <a16:creationId xmlns:a16="http://schemas.microsoft.com/office/drawing/2014/main" id="{60800279-F9E3-EDED-BB35-F73EEF52F830}"/>
              </a:ext>
            </a:extLst>
          </p:cNvPr>
          <p:cNvSpPr>
            <a:spLocks noGrp="1"/>
          </p:cNvSpPr>
          <p:nvPr>
            <p:ph type="dgm" sz="quarter" idx="76" hasCustomPrompt="1"/>
          </p:nvPr>
        </p:nvSpPr>
        <p:spPr>
          <a:xfrm>
            <a:off x="6269221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3" name="SmartArt Placeholder 7">
            <a:extLst>
              <a:ext uri="{FF2B5EF4-FFF2-40B4-BE49-F238E27FC236}">
                <a16:creationId xmlns:a16="http://schemas.microsoft.com/office/drawing/2014/main" id="{1BF95AC1-33EC-C487-C489-B7A97BBB2925}"/>
              </a:ext>
            </a:extLst>
          </p:cNvPr>
          <p:cNvSpPr>
            <a:spLocks noGrp="1"/>
          </p:cNvSpPr>
          <p:nvPr>
            <p:ph type="dgm" sz="quarter" idx="77" hasCustomPrompt="1"/>
          </p:nvPr>
        </p:nvSpPr>
        <p:spPr>
          <a:xfrm>
            <a:off x="9161070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34378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B417B-4323-4856-98C1-8DDEB72BE131}" type="datetime3">
              <a:rPr lang="en-US" smtClean="0"/>
              <a:t>23 June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907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A35A17-6E72-5D10-337D-87AD82CF516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D8B71BF-2CD6-B365-4402-A8FF831788C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A718681-C140-C687-56FE-5B74AAC28F6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5F880BD-E431-2A19-D56A-8B37360C1C2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80675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EC877-2F2D-B87F-413C-A62960EC670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E00CEB3-70C1-B84B-69F4-47C6239A963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1A4559-3046-DB7C-170D-8B5BA7C09322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32AF557-95D5-C3A7-8762-30EB758F130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63028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05E7332-D2DE-8669-0AEC-5A2A6ABEC83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E9C3B74-7F38-B0AE-8CDD-386F5F93EBD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BFAD6BB-BE7F-B979-02B7-6642DECA997E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AEBAC9C-4DEF-0172-39AF-392FB46391D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279079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F198833-5BF3-BB5E-C3B2-7B705558D0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DC9F8E-6F8C-AF4A-9D84-4AD1502BB51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7C135C3-9109-7FAF-7A1E-C1697A8F558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CB01A6-453C-E086-340E-1FA1E3E1B1A3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006675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A6E3CB0E-CBF5-F5C6-CBEB-87739E77EC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86F64B-08DB-E5D4-B2AA-6649ABAD812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1B14B79-79B7-68CD-1151-6FCC77898E6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ACAAE5A-2AFE-71BF-47E0-9339A3B8348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30645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7AEBF90-6B4E-C743-2098-786F67C750D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C9C1757-8C94-A6AF-A3BA-BBD03B3D52C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A6AE5F3-3050-E5BF-9762-F46B3D60EEC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23A643-B30A-6BB1-47DB-C281B542937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99404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7E8938-439A-DB5B-B3DF-7EF202013D5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FEC4647-A297-6D44-253F-7CB799E4195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077FE96-06E1-764F-EF1D-227F096A720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EB8010C-6DC5-5ED2-865B-9ECC10B1F52E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E8B4FD0-7989-32A2-2C2D-B98F2CA72ACD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3066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BA944B-A631-ACF6-36AE-7C814C7A5C9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C06C001-67C6-86C4-D219-6D9FF2EE00C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864A79-9397-C095-6A60-037405E9993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49A99C1-F5EA-E9BD-DDAD-6B8B04AA2AB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794E93B-1732-5AE8-2F55-692D141C96CF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03467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E89320-B084-3AA1-F041-ECD9699F7EF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D6D404D-3B24-C700-DA68-CAC99436C4D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1AC5912-E51B-95BC-8C66-553238217429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CD55CF-CF31-502D-7730-391827138A2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7F457C-720D-E922-F11E-103B461D0764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28389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E27567-DFCD-709F-AF40-B7A340ECC0FE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8799DD5-A107-F05E-1B17-E91A1549387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1E304F-8F78-3B87-4D90-A4CD04AD740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0ED5AB1-67B1-EB7E-24B6-6CE9AFD2444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5218930-F485-F944-970D-2DD7F653BEDF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20680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68369-6C63-44AF-3E4E-30E5F2D1F83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C9C312-F6C2-0463-D74A-A17E895A20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807442E-6BC7-A4A5-0BEA-D4E13D6ED37F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9A8D832-F8A5-B928-BD29-D49AC2218B7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9768C3F-9B6D-90AA-9F71-E2AE10CDE47C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05337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9752D-8E95-B790-7077-E6201AB412C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227FA85-BD8B-B10F-506C-988BB7ED6E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25F022C-3DD7-CE54-3F41-B2A9FD83FDF1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3B4BDBD-6FF3-6330-ADF8-EDC185F44AE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2E5D71A-BC9C-E69D-9D59-9AA8924027F8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1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72039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CFB888F-6783-4B6F-B43A-B64950462B56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15969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82490CA-64AB-4FF2-AD91-5CA8C52C0E20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7784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7FF50C-1AD4-461E-B4DD-1C088ACCEA9F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81874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B5ACD2-8252-41FC-9E5C-AEC3F4579D8E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71246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7D0729-64C3-47D5-8191-1A5E13E79DD2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62139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44AD132-ED4C-4F2D-A40A-BF96E17D1743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427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AC7752E-6DD5-4E64-89F7-F695A00D1E7D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42989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41DBD4B0-EFC0-4DF1-A23C-A7A8E6C9EFD8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98241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9323D1-9A80-4F57-A33C-00CD02E56F39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5019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92310A2-1DB4-4690-A6E4-0348D6C95970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23741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80AE4CF2-41F8-4416-9ECE-68501092381A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584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fld id="{129CD268-B1C7-4A46-B2D2-316BA9297DDB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45080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8035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471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59436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able Placeholder 4">
            <a:extLst>
              <a:ext uri="{FF2B5EF4-FFF2-40B4-BE49-F238E27FC236}">
                <a16:creationId xmlns:a16="http://schemas.microsoft.com/office/drawing/2014/main" id="{C5AC4C92-885D-49C5-B704-597DE68FC006}"/>
              </a:ext>
            </a:extLst>
          </p:cNvPr>
          <p:cNvSpPr txBox="1">
            <a:spLocks/>
          </p:cNvSpPr>
          <p:nvPr userDrawn="1"/>
        </p:nvSpPr>
        <p:spPr>
          <a:xfrm>
            <a:off x="813224" y="1137922"/>
            <a:ext cx="6610006" cy="4267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1999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04A2E968-DBA8-4BD3-8F8F-9B23825BC4D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2" y="907750"/>
            <a:ext cx="1101171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18B73-555A-4F14-931F-DAE40AC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F89CE-EFF7-4394-B108-2D85BF66007D}" type="datetime3">
              <a:rPr lang="en-US" smtClean="0"/>
              <a:t>23 June 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FC2ED-0BA0-4018-BDCE-AA7E8B55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9BB1-9F3B-419B-872D-8849B20B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376" y="6437115"/>
            <a:ext cx="884088" cy="123111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092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theme" Target="../theme/theme4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24pt</a:t>
            </a:r>
            <a:r>
              <a:rPr lang="en-US" dirty="0"/>
              <a:t>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6EE34A0-C73B-43AA-B981-8A70FF27C404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3762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9" r:id="rId1"/>
    <p:sldLayoutId id="2147484006" r:id="rId2"/>
    <p:sldLayoutId id="2147484000" r:id="rId3"/>
    <p:sldLayoutId id="2147484042" r:id="rId4"/>
    <p:sldLayoutId id="2147483998" r:id="rId5"/>
    <p:sldLayoutId id="2147484043" r:id="rId6"/>
    <p:sldLayoutId id="2147484206" r:id="rId7"/>
    <p:sldLayoutId id="2147484161" r:id="rId8"/>
    <p:sldLayoutId id="2147483975" r:id="rId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302" userDrawn="1">
          <p15:clr>
            <a:srgbClr val="F26B43"/>
          </p15:clr>
        </p15:guide>
        <p15:guide id="47" pos="7378" userDrawn="1">
          <p15:clr>
            <a:srgbClr val="F26B43"/>
          </p15:clr>
        </p15:guide>
        <p15:guide id="55" orient="horz" pos="890" userDrawn="1">
          <p15:clr>
            <a:srgbClr val="F26B43"/>
          </p15:clr>
        </p15:guide>
        <p15:guide id="58" orient="horz" pos="527" userDrawn="1">
          <p15:clr>
            <a:srgbClr val="F26B43"/>
          </p15:clr>
        </p15:guide>
        <p15:guide id="78" orient="horz" pos="3838" userDrawn="1">
          <p15:clr>
            <a:srgbClr val="F26B43"/>
          </p15:clr>
        </p15:guide>
        <p15:guide id="79" orient="horz" pos="21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24pt</a:t>
            </a:r>
            <a:r>
              <a:rPr lang="en-US" dirty="0"/>
              <a:t>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D99B1A4-71C4-492A-AFBB-922377BBE6ED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124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0" r:id="rId1"/>
    <p:sldLayoutId id="2147484121" r:id="rId2"/>
    <p:sldLayoutId id="2147484122" r:id="rId3"/>
    <p:sldLayoutId id="2147484123" r:id="rId4"/>
    <p:sldLayoutId id="2147484124" r:id="rId5"/>
    <p:sldLayoutId id="2147484125" r:id="rId6"/>
    <p:sldLayoutId id="2147484126" r:id="rId7"/>
    <p:sldLayoutId id="2147484127" r:id="rId8"/>
    <p:sldLayoutId id="2147484128" r:id="rId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pos="302" userDrawn="1">
          <p15:clr>
            <a:srgbClr val="F26B43"/>
          </p15:clr>
        </p15:guide>
        <p15:guide id="52" orient="horz" pos="527" userDrawn="1">
          <p15:clr>
            <a:srgbClr val="F26B43"/>
          </p15:clr>
        </p15:guide>
        <p15:guide id="53" pos="7378" userDrawn="1">
          <p15:clr>
            <a:srgbClr val="F26B43"/>
          </p15:clr>
        </p15:guide>
        <p15:guide id="54" orient="horz" pos="3838" userDrawn="1">
          <p15:clr>
            <a:srgbClr val="F26B43"/>
          </p15:clr>
        </p15:guide>
        <p15:guide id="55" orient="horz" pos="890" userDrawn="1">
          <p15:clr>
            <a:srgbClr val="F26B43"/>
          </p15:clr>
        </p15:guide>
        <p15:guide id="56" orient="horz" pos="21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11pt</a:t>
            </a:r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10pt</a:t>
            </a:r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20pt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462E24E-02B9-4F55-8269-685F98D36E16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422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87" r:id="rId2"/>
    <p:sldLayoutId id="2147484088" r:id="rId3"/>
    <p:sldLayoutId id="2147484095" r:id="rId4"/>
    <p:sldLayoutId id="2147484099" r:id="rId5"/>
    <p:sldLayoutId id="2147484089" r:id="rId6"/>
    <p:sldLayoutId id="2147484090" r:id="rId7"/>
    <p:sldLayoutId id="2147484096" r:id="rId8"/>
    <p:sldLayoutId id="2147484097" r:id="rId9"/>
    <p:sldLayoutId id="2147484092" r:id="rId10"/>
    <p:sldLayoutId id="2147484100" r:id="rId11"/>
    <p:sldLayoutId id="2147484094" r:id="rId12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0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3" pos="302" userDrawn="1">
          <p15:clr>
            <a:srgbClr val="F26B43"/>
          </p15:clr>
        </p15:guide>
        <p15:guide id="45" pos="7378" userDrawn="1">
          <p15:clr>
            <a:srgbClr val="F26B43"/>
          </p15:clr>
        </p15:guide>
        <p15:guide id="58" orient="horz" pos="663" userDrawn="1">
          <p15:clr>
            <a:srgbClr val="F26B43"/>
          </p15:clr>
        </p15:guide>
        <p15:guide id="59" orient="horz" pos="255" userDrawn="1">
          <p15:clr>
            <a:srgbClr val="F26B43"/>
          </p15:clr>
        </p15:guide>
        <p15:guide id="60" orient="horz" pos="890" userDrawn="1">
          <p15:clr>
            <a:srgbClr val="F26B43"/>
          </p15:clr>
        </p15:guide>
        <p15:guide id="61" orient="horz" pos="383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90216A6-D7C1-4438-A751-6C2C58F1FDA0}" type="datetime3">
              <a:rPr lang="en-US" smtClean="0"/>
              <a:t>23 June 2025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399062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8" r:id="rId3"/>
    <p:sldLayoutId id="2147484153" r:id="rId4"/>
    <p:sldLayoutId id="2147484154" r:id="rId5"/>
    <p:sldLayoutId id="2147484116" r:id="rId6"/>
    <p:sldLayoutId id="2147484117" r:id="rId7"/>
    <p:sldLayoutId id="2147484118" r:id="rId8"/>
    <p:sldLayoutId id="2147484111" r:id="rId9"/>
    <p:sldLayoutId id="2147484112" r:id="rId10"/>
    <p:sldLayoutId id="2147484113" r:id="rId11"/>
    <p:sldLayoutId id="2147484114" r:id="rId12"/>
    <p:sldLayoutId id="2147484079" r:id="rId13"/>
    <p:sldLayoutId id="2147484080" r:id="rId14"/>
    <p:sldLayoutId id="2147484082" r:id="rId15"/>
    <p:sldLayoutId id="2147484083" r:id="rId16"/>
    <p:sldLayoutId id="2147484081" r:id="rId17"/>
    <p:sldLayoutId id="2147484155" r:id="rId18"/>
    <p:sldLayoutId id="2147484004" r:id="rId19"/>
    <p:sldLayoutId id="2147483984" r:id="rId20"/>
    <p:sldLayoutId id="2147484041" r:id="rId21"/>
    <p:sldLayoutId id="2147484084" r:id="rId22"/>
    <p:sldLayoutId id="2147484028" r:id="rId23"/>
    <p:sldLayoutId id="2147484014" r:id="rId24"/>
    <p:sldLayoutId id="2147484019" r:id="rId25"/>
    <p:sldLayoutId id="2147484208" r:id="rId26"/>
    <p:sldLayoutId id="2147484209" r:id="rId27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 userDrawn="1">
          <p15:clr>
            <a:srgbClr val="F26B43"/>
          </p15:clr>
        </p15:guide>
        <p15:guide id="35" pos="302" userDrawn="1">
          <p15:clr>
            <a:srgbClr val="F26B43"/>
          </p15:clr>
        </p15:guide>
        <p15:guide id="36" orient="horz" pos="210" userDrawn="1">
          <p15:clr>
            <a:srgbClr val="F26B43"/>
          </p15:clr>
        </p15:guide>
        <p15:guide id="37" orient="horz" pos="527" userDrawn="1">
          <p15:clr>
            <a:srgbClr val="F26B43"/>
          </p15:clr>
        </p15:guide>
        <p15:guide id="38" orient="horz" pos="890" userDrawn="1">
          <p15:clr>
            <a:srgbClr val="F26B43"/>
          </p15:clr>
        </p15:guide>
        <p15:guide id="39" orient="horz" pos="38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person's face&#10;&#10;AI-generated content may be incorrect.">
            <a:extLst>
              <a:ext uri="{FF2B5EF4-FFF2-40B4-BE49-F238E27FC236}">
                <a16:creationId xmlns:a16="http://schemas.microsoft.com/office/drawing/2014/main" id="{6CC091E7-4CC0-4E04-3E8F-67D1846CE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873" y="-635001"/>
            <a:ext cx="12288688" cy="819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8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7B18FEA-A0ED-5198-0078-665003816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762" y="4096824"/>
            <a:ext cx="4907628" cy="511939"/>
          </a:xfrm>
        </p:spPr>
        <p:txBody>
          <a:bodyPr/>
          <a:lstStyle/>
          <a:p>
            <a:r>
              <a:rPr lang="it-IT" sz="1800" i="1" dirty="0"/>
              <a:t>Analisi delle emozioni umane attraverso immagini e Intelligenza Artificiale</a:t>
            </a:r>
            <a:endParaRPr lang="en-US" sz="1800" i="1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D369242-9032-FA49-40E3-3539D4DA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91" y="2442781"/>
            <a:ext cx="4906009" cy="1654043"/>
          </a:xfrm>
        </p:spPr>
        <p:txBody>
          <a:bodyPr/>
          <a:lstStyle/>
          <a:p>
            <a:r>
              <a:rPr lang="en-US" sz="5400" dirty="0"/>
              <a:t>Emotion </a:t>
            </a:r>
            <a:br>
              <a:rPr lang="en-US" sz="5400" dirty="0"/>
            </a:br>
            <a:r>
              <a:rPr lang="en-US" sz="5400" dirty="0"/>
              <a:t>Recognition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85259C-D11C-3929-20C7-2AB3B378DA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7415" y="4869160"/>
            <a:ext cx="4906010" cy="492443"/>
          </a:xfrm>
        </p:spPr>
        <p:txBody>
          <a:bodyPr/>
          <a:lstStyle/>
          <a:p>
            <a:r>
              <a:rPr lang="en-US" b="0" i="1" dirty="0">
                <a:latin typeface="Aptos Light" panose="020F0502020204030204" pitchFamily="34" charset="0"/>
              </a:rPr>
              <a:t>Conte Gabriele; D’Agostino Pierantonio; De Giosa Rosangela; Leo Daniele; Troccoli Gabriele</a:t>
            </a:r>
          </a:p>
        </p:txBody>
      </p:sp>
    </p:spTree>
    <p:extLst>
      <p:ext uri="{BB962C8B-B14F-4D97-AF65-F5344CB8AC3E}">
        <p14:creationId xmlns:p14="http://schemas.microsoft.com/office/powerpoint/2010/main" val="3359828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12C2B-34DB-251D-52C9-75E1DD84AA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30729" y="6559550"/>
            <a:ext cx="509588" cy="122237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287873-1157-D4C1-EA9E-8741BD50654A}"/>
              </a:ext>
            </a:extLst>
          </p:cNvPr>
          <p:cNvSpPr txBox="1">
            <a:spLocks/>
          </p:cNvSpPr>
          <p:nvPr/>
        </p:nvSpPr>
        <p:spPr>
          <a:xfrm>
            <a:off x="485523" y="369888"/>
            <a:ext cx="3314701" cy="4708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i="0" kern="120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60A3BE-7DCC-C2AE-76D1-C134127D0C7C}"/>
              </a:ext>
            </a:extLst>
          </p:cNvPr>
          <p:cNvSpPr txBox="1"/>
          <p:nvPr/>
        </p:nvSpPr>
        <p:spPr>
          <a:xfrm>
            <a:off x="1127448" y="1268760"/>
            <a:ext cx="4386341" cy="6284797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Descrizione del Progett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Obbiettivi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RoadMap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Diagramma di Gantt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Analisi dei Rischi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Analisi dei Costi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Diagramma delle Classi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Diagramma ER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Diagramma delle Sequenze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Architettura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Codice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lang="it-IT" sz="2000" b="1" dirty="0">
                <a:solidFill>
                  <a:schemeClr val="bg1"/>
                </a:solidFill>
              </a:rPr>
              <a:t>App</a:t>
            </a:r>
          </a:p>
          <a:p>
            <a:pPr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br>
              <a:rPr lang="it-IT" sz="2000" b="1" dirty="0">
                <a:solidFill>
                  <a:schemeClr val="bg1"/>
                </a:solidFill>
              </a:rPr>
            </a:br>
            <a:endParaRPr lang="it-IT" sz="2000" b="1" dirty="0">
              <a:solidFill>
                <a:schemeClr val="bg1"/>
              </a:solidFill>
            </a:endParaRP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it-IT" sz="2000" b="1" dirty="0">
              <a:solidFill>
                <a:schemeClr val="bg1"/>
              </a:solidFill>
            </a:endParaRP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it-IT" sz="2000" b="1" dirty="0">
              <a:solidFill>
                <a:schemeClr val="bg1"/>
              </a:solidFill>
            </a:endParaRP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it-IT" sz="20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436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F36F-D916-94B2-945A-341418ED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ADDEFDC-5B0D-A744-8749-989B1442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063" y="297887"/>
            <a:ext cx="10146729" cy="1080120"/>
          </a:xfrm>
        </p:spPr>
        <p:txBody>
          <a:bodyPr/>
          <a:lstStyle/>
          <a:p>
            <a:r>
              <a:rPr lang="en-US" dirty="0" err="1"/>
              <a:t>Descrizione</a:t>
            </a:r>
            <a:r>
              <a:rPr lang="en-US" dirty="0"/>
              <a:t> del Progetto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1411970-F9D8-3A5D-62C8-65A106FFC9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27CC6C-A49C-6C74-6631-4B1839F005AF}"/>
              </a:ext>
            </a:extLst>
          </p:cNvPr>
          <p:cNvSpPr txBox="1"/>
          <p:nvPr/>
        </p:nvSpPr>
        <p:spPr>
          <a:xfrm>
            <a:off x="335360" y="1986500"/>
            <a:ext cx="5904656" cy="1700722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it-IT" sz="2000" b="1" kern="100" dirty="0">
                <a:solidFill>
                  <a:schemeClr val="bg1">
                    <a:lumMod val="9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Emotion Recognition è una web application innovativa, orientata alla ricerca, progettata per analizzare le emozioni umane in risposta a stimoli visivi, attraverso l'integrazione di tecnologie di face analysis, Natural Language Processing (NLP) e una User Experience guidata.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AAC14A-341D-10B7-D685-F5844B073375}"/>
              </a:ext>
            </a:extLst>
          </p:cNvPr>
          <p:cNvSpPr txBox="1"/>
          <p:nvPr/>
        </p:nvSpPr>
        <p:spPr>
          <a:xfrm>
            <a:off x="6384032" y="4014181"/>
            <a:ext cx="5544616" cy="1421928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algn="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lang="it-IT" sz="2000" b="1" dirty="0">
                <a:solidFill>
                  <a:schemeClr val="bg1">
                    <a:lumMod val="9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L'app consente agli utenti di creare un profilo personale ed essere guidati in un percorso interattivo. Durante l’esperienza, vengono mostrate una serie di immagini pensate per evocare specifiche emozioni. </a:t>
            </a:r>
            <a:endParaRPr lang="it-IT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5023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B5806-4C98-9F29-3011-014EE05EFF9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A3C706-E63E-DDC9-1492-9747BDD46FCC}"/>
              </a:ext>
            </a:extLst>
          </p:cNvPr>
          <p:cNvSpPr txBox="1"/>
          <p:nvPr/>
        </p:nvSpPr>
        <p:spPr>
          <a:xfrm>
            <a:off x="623392" y="1285587"/>
            <a:ext cx="4566458" cy="3638753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2000" b="1" kern="100" dirty="0">
                <a:solidFill>
                  <a:schemeClr val="bg1">
                    <a:lumMod val="9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L’applicazione utilizza la fotocamera frontale per acquisire in tempo reale le reazioni emotive dell’utente, elaborandole tramite tecniche avanzate di riconoscimento facciale. I dati raccolti, emozioni dichiarate, descrizioni testuali e segnali visivi, vengono successivamente elaborati da un modello di Intelligenza Artificiale, al fine di generare un’analisi emotiva approfondita e personalizzata.</a:t>
            </a:r>
          </a:p>
        </p:txBody>
      </p:sp>
      <p:pic>
        <p:nvPicPr>
          <p:cNvPr id="3" name="Picture 2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71F5B69B-0651-AE33-500C-91BCDE29EB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152" y="1844824"/>
            <a:ext cx="4642452" cy="2705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8423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CDBB-4B12-AB85-964F-569816467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47" y="404514"/>
            <a:ext cx="7394575" cy="1098554"/>
          </a:xfrm>
        </p:spPr>
        <p:txBody>
          <a:bodyPr/>
          <a:lstStyle/>
          <a:p>
            <a:r>
              <a:rPr lang="it-IT" dirty="0"/>
              <a:t>Obbiettivi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7DFEF-D974-1890-5C05-E592409D2BC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A1F81-F3C6-5F02-0B43-8E44AB7DF316}"/>
              </a:ext>
            </a:extLst>
          </p:cNvPr>
          <p:cNvSpPr txBox="1"/>
          <p:nvPr/>
        </p:nvSpPr>
        <p:spPr>
          <a:xfrm>
            <a:off x="485775" y="2276872"/>
            <a:ext cx="6834361" cy="3410164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000" b="1" kern="100" dirty="0">
                <a:solidFill>
                  <a:schemeClr val="bg1">
                    <a:lumMod val="9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Raccogliere dati demografici ed emozionali a scopo di ricerca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000" b="1" kern="100" dirty="0">
                <a:solidFill>
                  <a:schemeClr val="bg1">
                    <a:lumMod val="9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Offrire strumenti standardizzati per la valutazione delle emozioni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000" b="1" kern="100" dirty="0">
                <a:solidFill>
                  <a:schemeClr val="bg1">
                    <a:lumMod val="9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Abilitare la registrazione video delle reazioni emotive in tempo reale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2000" b="1" kern="100" dirty="0">
                <a:solidFill>
                  <a:schemeClr val="bg1">
                    <a:lumMod val="9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Supportare studi su larga scala nel campo del riconoscimento delle emozioni</a:t>
            </a:r>
          </a:p>
          <a:p>
            <a:pPr marL="252000" indent="-2520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endParaRPr lang="it-IT" sz="2000" b="1" dirty="0" err="1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0A0B87-CC3A-0ED6-5C5D-97618CAECC82}"/>
              </a:ext>
            </a:extLst>
          </p:cNvPr>
          <p:cNvGrpSpPr/>
          <p:nvPr/>
        </p:nvGrpSpPr>
        <p:grpSpPr>
          <a:xfrm>
            <a:off x="7598955" y="351238"/>
            <a:ext cx="4645027" cy="6493307"/>
            <a:chOff x="7598955" y="351238"/>
            <a:chExt cx="4645027" cy="649330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6DB552-9749-37BD-B529-32B508378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961" b="99805" l="391" r="89844">
                          <a14:foregroundMark x1="19824" y1="32813" x2="2021" y2="56013"/>
                          <a14:foregroundMark x1="65430" y1="90430" x2="50488" y2="98828"/>
                          <a14:foregroundMark x1="50488" y1="98828" x2="16309" y2="98698"/>
                          <a14:foregroundMark x1="16309" y1="98698" x2="3809" y2="94531"/>
                          <a14:foregroundMark x1="3809" y1="94531" x2="1660" y2="90430"/>
                          <a14:foregroundMark x1="54785" y1="96615" x2="49316" y2="99805"/>
                          <a14:backgroundMark x1="1758" y1="55859" x2="586" y2="56510"/>
                          <a14:backgroundMark x1="1367" y1="55859" x2="0" y2="57552"/>
                          <a14:backgroundMark x1="977" y1="57292" x2="195" y2="601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7598955" y="351238"/>
              <a:ext cx="4645027" cy="6493307"/>
            </a:xfrm>
            <a:prstGeom prst="rect">
              <a:avLst/>
            </a:prstGeom>
          </p:spPr>
        </p:pic>
        <p:pic>
          <p:nvPicPr>
            <p:cNvPr id="11" name="Picture 10" descr="A hand holding a cell phone&#10;&#10;AI-generated content may be incorrect.">
              <a:extLst>
                <a:ext uri="{FF2B5EF4-FFF2-40B4-BE49-F238E27FC236}">
                  <a16:creationId xmlns:a16="http://schemas.microsoft.com/office/drawing/2014/main" id="{3BEC80A2-4012-0FD4-BB37-74B37B693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7950" t="19551" r="23226" b="30724"/>
            <a:stretch/>
          </p:blipFill>
          <p:spPr>
            <a:xfrm>
              <a:off x="8843171" y="1384311"/>
              <a:ext cx="2232248" cy="34101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2946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C0F2D9-589A-5443-F977-6038BD06B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>
                <a:solidFill>
                  <a:schemeClr val="bg1"/>
                </a:solidFill>
              </a:rPr>
              <a:t>Roadmap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98CFE6-6DE2-2C53-6DED-8BE22EE7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Graphic 10" descr="A flow chart">
            <a:extLst>
              <a:ext uri="{FF2B5EF4-FFF2-40B4-BE49-F238E27FC236}">
                <a16:creationId xmlns:a16="http://schemas.microsoft.com/office/drawing/2014/main" id="{3E92A3B1-1A8B-B651-D2B8-63161B42CEF5}"/>
              </a:ext>
            </a:extLst>
          </p:cNvPr>
          <p:cNvSpPr>
            <a:spLocks/>
          </p:cNvSpPr>
          <p:nvPr/>
        </p:nvSpPr>
        <p:spPr>
          <a:xfrm>
            <a:off x="622892" y="1758977"/>
            <a:ext cx="10960909" cy="3504125"/>
          </a:xfrm>
          <a:custGeom>
            <a:avLst/>
            <a:gdLst>
              <a:gd name="connsiteX0" fmla="*/ 9982 w 9495792"/>
              <a:gd name="connsiteY0" fmla="*/ 9982 h 4516976"/>
              <a:gd name="connsiteX1" fmla="*/ 8366842 w 9495792"/>
              <a:gd name="connsiteY1" fmla="*/ 9982 h 4516976"/>
              <a:gd name="connsiteX2" fmla="*/ 9493270 w 9495792"/>
              <a:gd name="connsiteY2" fmla="*/ 1136410 h 4516976"/>
              <a:gd name="connsiteX3" fmla="*/ 9493270 w 9495792"/>
              <a:gd name="connsiteY3" fmla="*/ 1136410 h 4516976"/>
              <a:gd name="connsiteX4" fmla="*/ 8366842 w 9495792"/>
              <a:gd name="connsiteY4" fmla="*/ 2262838 h 4516976"/>
              <a:gd name="connsiteX5" fmla="*/ 1136410 w 9495792"/>
              <a:gd name="connsiteY5" fmla="*/ 2262838 h 4516976"/>
              <a:gd name="connsiteX6" fmla="*/ 9982 w 9495792"/>
              <a:gd name="connsiteY6" fmla="*/ 3389265 h 4516976"/>
              <a:gd name="connsiteX7" fmla="*/ 9982 w 9495792"/>
              <a:gd name="connsiteY7" fmla="*/ 3389265 h 4516976"/>
              <a:gd name="connsiteX8" fmla="*/ 1136410 w 9495792"/>
              <a:gd name="connsiteY8" fmla="*/ 4515693 h 4516976"/>
              <a:gd name="connsiteX9" fmla="*/ 9493270 w 9495792"/>
              <a:gd name="connsiteY9" fmla="*/ 4515693 h 4516976"/>
              <a:gd name="connsiteX0" fmla="*/ 0 w 9483288"/>
              <a:gd name="connsiteY0" fmla="*/ 0 h 4505711"/>
              <a:gd name="connsiteX1" fmla="*/ 8356860 w 9483288"/>
              <a:gd name="connsiteY1" fmla="*/ 0 h 4505711"/>
              <a:gd name="connsiteX2" fmla="*/ 9483288 w 9483288"/>
              <a:gd name="connsiteY2" fmla="*/ 1126428 h 4505711"/>
              <a:gd name="connsiteX3" fmla="*/ 9483288 w 9483288"/>
              <a:gd name="connsiteY3" fmla="*/ 1126428 h 4505711"/>
              <a:gd name="connsiteX4" fmla="*/ 8356860 w 9483288"/>
              <a:gd name="connsiteY4" fmla="*/ 2252856 h 4505711"/>
              <a:gd name="connsiteX5" fmla="*/ 1126428 w 9483288"/>
              <a:gd name="connsiteY5" fmla="*/ 2252856 h 4505711"/>
              <a:gd name="connsiteX6" fmla="*/ 0 w 9483288"/>
              <a:gd name="connsiteY6" fmla="*/ 3379283 h 4505711"/>
              <a:gd name="connsiteX7" fmla="*/ 0 w 9483288"/>
              <a:gd name="connsiteY7" fmla="*/ 3379283 h 4505711"/>
              <a:gd name="connsiteX8" fmla="*/ 1126428 w 9483288"/>
              <a:gd name="connsiteY8" fmla="*/ 4505711 h 4505711"/>
              <a:gd name="connsiteX9" fmla="*/ 3782355 w 9483288"/>
              <a:gd name="connsiteY9" fmla="*/ 4478092 h 4505711"/>
              <a:gd name="connsiteX10" fmla="*/ 9483288 w 9483288"/>
              <a:gd name="connsiteY10" fmla="*/ 4505711 h 4505711"/>
              <a:gd name="connsiteX0" fmla="*/ 0 w 9483288"/>
              <a:gd name="connsiteY0" fmla="*/ 0 h 4505711"/>
              <a:gd name="connsiteX1" fmla="*/ 8356860 w 9483288"/>
              <a:gd name="connsiteY1" fmla="*/ 0 h 4505711"/>
              <a:gd name="connsiteX2" fmla="*/ 9483288 w 9483288"/>
              <a:gd name="connsiteY2" fmla="*/ 1126428 h 4505711"/>
              <a:gd name="connsiteX3" fmla="*/ 9483288 w 9483288"/>
              <a:gd name="connsiteY3" fmla="*/ 1126428 h 4505711"/>
              <a:gd name="connsiteX4" fmla="*/ 8356860 w 9483288"/>
              <a:gd name="connsiteY4" fmla="*/ 2252856 h 4505711"/>
              <a:gd name="connsiteX5" fmla="*/ 1126428 w 9483288"/>
              <a:gd name="connsiteY5" fmla="*/ 2252856 h 4505711"/>
              <a:gd name="connsiteX6" fmla="*/ 0 w 9483288"/>
              <a:gd name="connsiteY6" fmla="*/ 3379283 h 4505711"/>
              <a:gd name="connsiteX7" fmla="*/ 0 w 9483288"/>
              <a:gd name="connsiteY7" fmla="*/ 3379283 h 4505711"/>
              <a:gd name="connsiteX8" fmla="*/ 1126428 w 9483288"/>
              <a:gd name="connsiteY8" fmla="*/ 4505711 h 4505711"/>
              <a:gd name="connsiteX9" fmla="*/ 3782355 w 9483288"/>
              <a:gd name="connsiteY9" fmla="*/ 4478092 h 4505711"/>
              <a:gd name="connsiteX0" fmla="*/ 0 w 9483288"/>
              <a:gd name="connsiteY0" fmla="*/ 0 h 4505711"/>
              <a:gd name="connsiteX1" fmla="*/ 8356860 w 9483288"/>
              <a:gd name="connsiteY1" fmla="*/ 0 h 4505711"/>
              <a:gd name="connsiteX2" fmla="*/ 9483288 w 9483288"/>
              <a:gd name="connsiteY2" fmla="*/ 1126428 h 4505711"/>
              <a:gd name="connsiteX3" fmla="*/ 9483288 w 9483288"/>
              <a:gd name="connsiteY3" fmla="*/ 1126428 h 4505711"/>
              <a:gd name="connsiteX4" fmla="*/ 8356860 w 9483288"/>
              <a:gd name="connsiteY4" fmla="*/ 2252856 h 4505711"/>
              <a:gd name="connsiteX5" fmla="*/ 1126428 w 9483288"/>
              <a:gd name="connsiteY5" fmla="*/ 2252856 h 4505711"/>
              <a:gd name="connsiteX6" fmla="*/ 0 w 9483288"/>
              <a:gd name="connsiteY6" fmla="*/ 3379283 h 4505711"/>
              <a:gd name="connsiteX7" fmla="*/ 0 w 9483288"/>
              <a:gd name="connsiteY7" fmla="*/ 3379283 h 4505711"/>
              <a:gd name="connsiteX8" fmla="*/ 1126428 w 9483288"/>
              <a:gd name="connsiteY8" fmla="*/ 4505711 h 4505711"/>
              <a:gd name="connsiteX9" fmla="*/ 3787435 w 9483288"/>
              <a:gd name="connsiteY9" fmla="*/ 4493864 h 4505711"/>
              <a:gd name="connsiteX0" fmla="*/ 0 w 9483288"/>
              <a:gd name="connsiteY0" fmla="*/ 0 h 4520151"/>
              <a:gd name="connsiteX1" fmla="*/ 8356860 w 9483288"/>
              <a:gd name="connsiteY1" fmla="*/ 0 h 4520151"/>
              <a:gd name="connsiteX2" fmla="*/ 9483288 w 9483288"/>
              <a:gd name="connsiteY2" fmla="*/ 1126428 h 4520151"/>
              <a:gd name="connsiteX3" fmla="*/ 9483288 w 9483288"/>
              <a:gd name="connsiteY3" fmla="*/ 1126428 h 4520151"/>
              <a:gd name="connsiteX4" fmla="*/ 8356860 w 9483288"/>
              <a:gd name="connsiteY4" fmla="*/ 2252856 h 4520151"/>
              <a:gd name="connsiteX5" fmla="*/ 1126428 w 9483288"/>
              <a:gd name="connsiteY5" fmla="*/ 2252856 h 4520151"/>
              <a:gd name="connsiteX6" fmla="*/ 0 w 9483288"/>
              <a:gd name="connsiteY6" fmla="*/ 3379283 h 4520151"/>
              <a:gd name="connsiteX7" fmla="*/ 0 w 9483288"/>
              <a:gd name="connsiteY7" fmla="*/ 3379283 h 4520151"/>
              <a:gd name="connsiteX8" fmla="*/ 1126428 w 9483288"/>
              <a:gd name="connsiteY8" fmla="*/ 4505711 h 4520151"/>
              <a:gd name="connsiteX9" fmla="*/ 3787435 w 9483288"/>
              <a:gd name="connsiteY9" fmla="*/ 4520151 h 4520151"/>
              <a:gd name="connsiteX0" fmla="*/ 0 w 13241970"/>
              <a:gd name="connsiteY0" fmla="*/ 28921 h 4520151"/>
              <a:gd name="connsiteX1" fmla="*/ 12115542 w 13241970"/>
              <a:gd name="connsiteY1" fmla="*/ 0 h 4520151"/>
              <a:gd name="connsiteX2" fmla="*/ 13241970 w 13241970"/>
              <a:gd name="connsiteY2" fmla="*/ 1126428 h 4520151"/>
              <a:gd name="connsiteX3" fmla="*/ 13241970 w 13241970"/>
              <a:gd name="connsiteY3" fmla="*/ 1126428 h 4520151"/>
              <a:gd name="connsiteX4" fmla="*/ 12115542 w 13241970"/>
              <a:gd name="connsiteY4" fmla="*/ 2252856 h 4520151"/>
              <a:gd name="connsiteX5" fmla="*/ 4885110 w 13241970"/>
              <a:gd name="connsiteY5" fmla="*/ 2252856 h 4520151"/>
              <a:gd name="connsiteX6" fmla="*/ 3758682 w 13241970"/>
              <a:gd name="connsiteY6" fmla="*/ 3379283 h 4520151"/>
              <a:gd name="connsiteX7" fmla="*/ 3758682 w 13241970"/>
              <a:gd name="connsiteY7" fmla="*/ 3379283 h 4520151"/>
              <a:gd name="connsiteX8" fmla="*/ 4885110 w 13241970"/>
              <a:gd name="connsiteY8" fmla="*/ 4505711 h 4520151"/>
              <a:gd name="connsiteX9" fmla="*/ 7546117 w 13241970"/>
              <a:gd name="connsiteY9" fmla="*/ 4520151 h 4520151"/>
              <a:gd name="connsiteX0" fmla="*/ 0 w 13241970"/>
              <a:gd name="connsiteY0" fmla="*/ 28921 h 4520151"/>
              <a:gd name="connsiteX1" fmla="*/ 12115542 w 13241970"/>
              <a:gd name="connsiteY1" fmla="*/ 0 h 4520151"/>
              <a:gd name="connsiteX2" fmla="*/ 13241970 w 13241970"/>
              <a:gd name="connsiteY2" fmla="*/ 1126428 h 4520151"/>
              <a:gd name="connsiteX3" fmla="*/ 13241970 w 13241970"/>
              <a:gd name="connsiteY3" fmla="*/ 1126428 h 4520151"/>
              <a:gd name="connsiteX4" fmla="*/ 12115542 w 13241970"/>
              <a:gd name="connsiteY4" fmla="*/ 2252856 h 4520151"/>
              <a:gd name="connsiteX5" fmla="*/ 497654 w 13241970"/>
              <a:gd name="connsiteY5" fmla="*/ 2238396 h 4520151"/>
              <a:gd name="connsiteX6" fmla="*/ 3758682 w 13241970"/>
              <a:gd name="connsiteY6" fmla="*/ 3379283 h 4520151"/>
              <a:gd name="connsiteX7" fmla="*/ 3758682 w 13241970"/>
              <a:gd name="connsiteY7" fmla="*/ 3379283 h 4520151"/>
              <a:gd name="connsiteX8" fmla="*/ 4885110 w 13241970"/>
              <a:gd name="connsiteY8" fmla="*/ 4505711 h 4520151"/>
              <a:gd name="connsiteX9" fmla="*/ 7546117 w 13241970"/>
              <a:gd name="connsiteY9" fmla="*/ 4520151 h 4520151"/>
              <a:gd name="connsiteX0" fmla="*/ 0 w 13241970"/>
              <a:gd name="connsiteY0" fmla="*/ 28921 h 4578014"/>
              <a:gd name="connsiteX1" fmla="*/ 12115542 w 13241970"/>
              <a:gd name="connsiteY1" fmla="*/ 0 h 4578014"/>
              <a:gd name="connsiteX2" fmla="*/ 13241970 w 13241970"/>
              <a:gd name="connsiteY2" fmla="*/ 1126428 h 4578014"/>
              <a:gd name="connsiteX3" fmla="*/ 13241970 w 13241970"/>
              <a:gd name="connsiteY3" fmla="*/ 1126428 h 4578014"/>
              <a:gd name="connsiteX4" fmla="*/ 12115542 w 13241970"/>
              <a:gd name="connsiteY4" fmla="*/ 2252856 h 4578014"/>
              <a:gd name="connsiteX5" fmla="*/ 497654 w 13241970"/>
              <a:gd name="connsiteY5" fmla="*/ 2238396 h 4578014"/>
              <a:gd name="connsiteX6" fmla="*/ 3758682 w 13241970"/>
              <a:gd name="connsiteY6" fmla="*/ 3379283 h 4578014"/>
              <a:gd name="connsiteX7" fmla="*/ 3758682 w 13241970"/>
              <a:gd name="connsiteY7" fmla="*/ 3379283 h 4578014"/>
              <a:gd name="connsiteX8" fmla="*/ 567517 w 13241970"/>
              <a:gd name="connsiteY8" fmla="*/ 4578014 h 4578014"/>
              <a:gd name="connsiteX9" fmla="*/ 7546117 w 13241970"/>
              <a:gd name="connsiteY9" fmla="*/ 4520151 h 4578014"/>
              <a:gd name="connsiteX0" fmla="*/ 307401 w 13549371"/>
              <a:gd name="connsiteY0" fmla="*/ 28921 h 4578014"/>
              <a:gd name="connsiteX1" fmla="*/ 12422943 w 13549371"/>
              <a:gd name="connsiteY1" fmla="*/ 0 h 4578014"/>
              <a:gd name="connsiteX2" fmla="*/ 13549371 w 13549371"/>
              <a:gd name="connsiteY2" fmla="*/ 1126428 h 4578014"/>
              <a:gd name="connsiteX3" fmla="*/ 13549371 w 13549371"/>
              <a:gd name="connsiteY3" fmla="*/ 1126428 h 4578014"/>
              <a:gd name="connsiteX4" fmla="*/ 12422943 w 13549371"/>
              <a:gd name="connsiteY4" fmla="*/ 2252856 h 4578014"/>
              <a:gd name="connsiteX5" fmla="*/ 805055 w 13549371"/>
              <a:gd name="connsiteY5" fmla="*/ 2238396 h 4578014"/>
              <a:gd name="connsiteX6" fmla="*/ 4066083 w 13549371"/>
              <a:gd name="connsiteY6" fmla="*/ 3379283 h 4578014"/>
              <a:gd name="connsiteX7" fmla="*/ 0 w 13549371"/>
              <a:gd name="connsiteY7" fmla="*/ 3335901 h 4578014"/>
              <a:gd name="connsiteX8" fmla="*/ 874918 w 13549371"/>
              <a:gd name="connsiteY8" fmla="*/ 4578014 h 4578014"/>
              <a:gd name="connsiteX9" fmla="*/ 7853518 w 13549371"/>
              <a:gd name="connsiteY9" fmla="*/ 4520151 h 4578014"/>
              <a:gd name="connsiteX0" fmla="*/ 307401 w 13549371"/>
              <a:gd name="connsiteY0" fmla="*/ 28921 h 4578014"/>
              <a:gd name="connsiteX1" fmla="*/ 12422943 w 13549371"/>
              <a:gd name="connsiteY1" fmla="*/ 0 h 4578014"/>
              <a:gd name="connsiteX2" fmla="*/ 13549371 w 13549371"/>
              <a:gd name="connsiteY2" fmla="*/ 1126428 h 4578014"/>
              <a:gd name="connsiteX3" fmla="*/ 13549371 w 13549371"/>
              <a:gd name="connsiteY3" fmla="*/ 1126428 h 4578014"/>
              <a:gd name="connsiteX4" fmla="*/ 12422943 w 13549371"/>
              <a:gd name="connsiteY4" fmla="*/ 2252856 h 4578014"/>
              <a:gd name="connsiteX5" fmla="*/ 805055 w 13549371"/>
              <a:gd name="connsiteY5" fmla="*/ 2238396 h 4578014"/>
              <a:gd name="connsiteX6" fmla="*/ 13975 w 13549371"/>
              <a:gd name="connsiteY6" fmla="*/ 3335901 h 4578014"/>
              <a:gd name="connsiteX7" fmla="*/ 0 w 13549371"/>
              <a:gd name="connsiteY7" fmla="*/ 3335901 h 4578014"/>
              <a:gd name="connsiteX8" fmla="*/ 874918 w 13549371"/>
              <a:gd name="connsiteY8" fmla="*/ 4578014 h 4578014"/>
              <a:gd name="connsiteX9" fmla="*/ 7853518 w 13549371"/>
              <a:gd name="connsiteY9" fmla="*/ 4520151 h 4578014"/>
              <a:gd name="connsiteX0" fmla="*/ 293426 w 13535396"/>
              <a:gd name="connsiteY0" fmla="*/ 28921 h 4578014"/>
              <a:gd name="connsiteX1" fmla="*/ 12408968 w 13535396"/>
              <a:gd name="connsiteY1" fmla="*/ 0 h 4578014"/>
              <a:gd name="connsiteX2" fmla="*/ 13535396 w 13535396"/>
              <a:gd name="connsiteY2" fmla="*/ 1126428 h 4578014"/>
              <a:gd name="connsiteX3" fmla="*/ 13535396 w 13535396"/>
              <a:gd name="connsiteY3" fmla="*/ 1126428 h 4578014"/>
              <a:gd name="connsiteX4" fmla="*/ 12408968 w 13535396"/>
              <a:gd name="connsiteY4" fmla="*/ 2252856 h 4578014"/>
              <a:gd name="connsiteX5" fmla="*/ 791080 w 13535396"/>
              <a:gd name="connsiteY5" fmla="*/ 2238396 h 4578014"/>
              <a:gd name="connsiteX6" fmla="*/ 0 w 13535396"/>
              <a:gd name="connsiteY6" fmla="*/ 3335901 h 4578014"/>
              <a:gd name="connsiteX7" fmla="*/ 23752 w 13535396"/>
              <a:gd name="connsiteY7" fmla="*/ 3335901 h 4578014"/>
              <a:gd name="connsiteX8" fmla="*/ 860943 w 13535396"/>
              <a:gd name="connsiteY8" fmla="*/ 4578014 h 4578014"/>
              <a:gd name="connsiteX9" fmla="*/ 7839543 w 13535396"/>
              <a:gd name="connsiteY9" fmla="*/ 4520151 h 4578014"/>
              <a:gd name="connsiteX0" fmla="*/ 307400 w 13549370"/>
              <a:gd name="connsiteY0" fmla="*/ 28921 h 4578014"/>
              <a:gd name="connsiteX1" fmla="*/ 12422942 w 13549370"/>
              <a:gd name="connsiteY1" fmla="*/ 0 h 4578014"/>
              <a:gd name="connsiteX2" fmla="*/ 13549370 w 13549370"/>
              <a:gd name="connsiteY2" fmla="*/ 1126428 h 4578014"/>
              <a:gd name="connsiteX3" fmla="*/ 13549370 w 13549370"/>
              <a:gd name="connsiteY3" fmla="*/ 1126428 h 4578014"/>
              <a:gd name="connsiteX4" fmla="*/ 12422942 w 13549370"/>
              <a:gd name="connsiteY4" fmla="*/ 2252856 h 4578014"/>
              <a:gd name="connsiteX5" fmla="*/ 805054 w 13549370"/>
              <a:gd name="connsiteY5" fmla="*/ 2238396 h 4578014"/>
              <a:gd name="connsiteX6" fmla="*/ 13974 w 13549370"/>
              <a:gd name="connsiteY6" fmla="*/ 3335901 h 4578014"/>
              <a:gd name="connsiteX7" fmla="*/ 0 w 13549370"/>
              <a:gd name="connsiteY7" fmla="*/ 3326140 h 4578014"/>
              <a:gd name="connsiteX8" fmla="*/ 874917 w 13549370"/>
              <a:gd name="connsiteY8" fmla="*/ 4578014 h 4578014"/>
              <a:gd name="connsiteX9" fmla="*/ 7853517 w 13549370"/>
              <a:gd name="connsiteY9" fmla="*/ 4520151 h 4578014"/>
              <a:gd name="connsiteX0" fmla="*/ 293426 w 13535396"/>
              <a:gd name="connsiteY0" fmla="*/ 28921 h 4578014"/>
              <a:gd name="connsiteX1" fmla="*/ 12408968 w 13535396"/>
              <a:gd name="connsiteY1" fmla="*/ 0 h 4578014"/>
              <a:gd name="connsiteX2" fmla="*/ 13535396 w 13535396"/>
              <a:gd name="connsiteY2" fmla="*/ 1126428 h 4578014"/>
              <a:gd name="connsiteX3" fmla="*/ 13535396 w 13535396"/>
              <a:gd name="connsiteY3" fmla="*/ 1126428 h 4578014"/>
              <a:gd name="connsiteX4" fmla="*/ 12408968 w 13535396"/>
              <a:gd name="connsiteY4" fmla="*/ 2252856 h 4578014"/>
              <a:gd name="connsiteX5" fmla="*/ 791080 w 13535396"/>
              <a:gd name="connsiteY5" fmla="*/ 2238396 h 4578014"/>
              <a:gd name="connsiteX6" fmla="*/ 0 w 13535396"/>
              <a:gd name="connsiteY6" fmla="*/ 3335901 h 4578014"/>
              <a:gd name="connsiteX7" fmla="*/ 3710 w 13535396"/>
              <a:gd name="connsiteY7" fmla="*/ 3326140 h 4578014"/>
              <a:gd name="connsiteX8" fmla="*/ 860943 w 13535396"/>
              <a:gd name="connsiteY8" fmla="*/ 4578014 h 4578014"/>
              <a:gd name="connsiteX9" fmla="*/ 7839543 w 13535396"/>
              <a:gd name="connsiteY9" fmla="*/ 4520151 h 4578014"/>
              <a:gd name="connsiteX0" fmla="*/ 301506 w 13543476"/>
              <a:gd name="connsiteY0" fmla="*/ 28921 h 4578014"/>
              <a:gd name="connsiteX1" fmla="*/ 12417048 w 13543476"/>
              <a:gd name="connsiteY1" fmla="*/ 0 h 4578014"/>
              <a:gd name="connsiteX2" fmla="*/ 13543476 w 13543476"/>
              <a:gd name="connsiteY2" fmla="*/ 1126428 h 4578014"/>
              <a:gd name="connsiteX3" fmla="*/ 13543476 w 13543476"/>
              <a:gd name="connsiteY3" fmla="*/ 1126428 h 4578014"/>
              <a:gd name="connsiteX4" fmla="*/ 12417048 w 13543476"/>
              <a:gd name="connsiteY4" fmla="*/ 2252856 h 4578014"/>
              <a:gd name="connsiteX5" fmla="*/ 799160 w 13543476"/>
              <a:gd name="connsiteY5" fmla="*/ 2238396 h 4578014"/>
              <a:gd name="connsiteX6" fmla="*/ 8080 w 13543476"/>
              <a:gd name="connsiteY6" fmla="*/ 3335901 h 4578014"/>
              <a:gd name="connsiteX7" fmla="*/ 0 w 13543476"/>
              <a:gd name="connsiteY7" fmla="*/ 3326140 h 4578014"/>
              <a:gd name="connsiteX8" fmla="*/ 869023 w 13543476"/>
              <a:gd name="connsiteY8" fmla="*/ 4578014 h 4578014"/>
              <a:gd name="connsiteX9" fmla="*/ 7847623 w 13543476"/>
              <a:gd name="connsiteY9" fmla="*/ 4520151 h 4578014"/>
              <a:gd name="connsiteX0" fmla="*/ 295611 w 13537581"/>
              <a:gd name="connsiteY0" fmla="*/ 28921 h 4578014"/>
              <a:gd name="connsiteX1" fmla="*/ 12411153 w 13537581"/>
              <a:gd name="connsiteY1" fmla="*/ 0 h 4578014"/>
              <a:gd name="connsiteX2" fmla="*/ 13537581 w 13537581"/>
              <a:gd name="connsiteY2" fmla="*/ 1126428 h 4578014"/>
              <a:gd name="connsiteX3" fmla="*/ 13537581 w 13537581"/>
              <a:gd name="connsiteY3" fmla="*/ 1126428 h 4578014"/>
              <a:gd name="connsiteX4" fmla="*/ 12411153 w 13537581"/>
              <a:gd name="connsiteY4" fmla="*/ 2252856 h 4578014"/>
              <a:gd name="connsiteX5" fmla="*/ 793265 w 13537581"/>
              <a:gd name="connsiteY5" fmla="*/ 2238396 h 4578014"/>
              <a:gd name="connsiteX6" fmla="*/ 2185 w 13537581"/>
              <a:gd name="connsiteY6" fmla="*/ 3335901 h 4578014"/>
              <a:gd name="connsiteX7" fmla="*/ 0 w 13537581"/>
              <a:gd name="connsiteY7" fmla="*/ 3332240 h 4578014"/>
              <a:gd name="connsiteX8" fmla="*/ 863128 w 13537581"/>
              <a:gd name="connsiteY8" fmla="*/ 4578014 h 4578014"/>
              <a:gd name="connsiteX9" fmla="*/ 7841728 w 13537581"/>
              <a:gd name="connsiteY9" fmla="*/ 4520151 h 4578014"/>
              <a:gd name="connsiteX0" fmla="*/ 293426 w 13535396"/>
              <a:gd name="connsiteY0" fmla="*/ 28921 h 4578014"/>
              <a:gd name="connsiteX1" fmla="*/ 12408968 w 13535396"/>
              <a:gd name="connsiteY1" fmla="*/ 0 h 4578014"/>
              <a:gd name="connsiteX2" fmla="*/ 13535396 w 13535396"/>
              <a:gd name="connsiteY2" fmla="*/ 1126428 h 4578014"/>
              <a:gd name="connsiteX3" fmla="*/ 13535396 w 13535396"/>
              <a:gd name="connsiteY3" fmla="*/ 1126428 h 4578014"/>
              <a:gd name="connsiteX4" fmla="*/ 12408968 w 13535396"/>
              <a:gd name="connsiteY4" fmla="*/ 2252856 h 4578014"/>
              <a:gd name="connsiteX5" fmla="*/ 791080 w 13535396"/>
              <a:gd name="connsiteY5" fmla="*/ 2238396 h 4578014"/>
              <a:gd name="connsiteX6" fmla="*/ 0 w 13535396"/>
              <a:gd name="connsiteY6" fmla="*/ 3335901 h 4578014"/>
              <a:gd name="connsiteX7" fmla="*/ 3710 w 13535396"/>
              <a:gd name="connsiteY7" fmla="*/ 3338340 h 4578014"/>
              <a:gd name="connsiteX8" fmla="*/ 860943 w 13535396"/>
              <a:gd name="connsiteY8" fmla="*/ 4578014 h 4578014"/>
              <a:gd name="connsiteX9" fmla="*/ 7839543 w 13535396"/>
              <a:gd name="connsiteY9" fmla="*/ 4520151 h 4578014"/>
              <a:gd name="connsiteX0" fmla="*/ 301506 w 13543476"/>
              <a:gd name="connsiteY0" fmla="*/ 28921 h 4578014"/>
              <a:gd name="connsiteX1" fmla="*/ 12417048 w 13543476"/>
              <a:gd name="connsiteY1" fmla="*/ 0 h 4578014"/>
              <a:gd name="connsiteX2" fmla="*/ 13543476 w 13543476"/>
              <a:gd name="connsiteY2" fmla="*/ 1126428 h 4578014"/>
              <a:gd name="connsiteX3" fmla="*/ 13543476 w 13543476"/>
              <a:gd name="connsiteY3" fmla="*/ 1126428 h 4578014"/>
              <a:gd name="connsiteX4" fmla="*/ 12417048 w 13543476"/>
              <a:gd name="connsiteY4" fmla="*/ 2252856 h 4578014"/>
              <a:gd name="connsiteX5" fmla="*/ 799160 w 13543476"/>
              <a:gd name="connsiteY5" fmla="*/ 2238396 h 4578014"/>
              <a:gd name="connsiteX6" fmla="*/ 8080 w 13543476"/>
              <a:gd name="connsiteY6" fmla="*/ 3335901 h 4578014"/>
              <a:gd name="connsiteX7" fmla="*/ 0 w 13543476"/>
              <a:gd name="connsiteY7" fmla="*/ 3335290 h 4578014"/>
              <a:gd name="connsiteX8" fmla="*/ 869023 w 13543476"/>
              <a:gd name="connsiteY8" fmla="*/ 4578014 h 4578014"/>
              <a:gd name="connsiteX9" fmla="*/ 7847623 w 13543476"/>
              <a:gd name="connsiteY9" fmla="*/ 4520151 h 4578014"/>
              <a:gd name="connsiteX0" fmla="*/ 301506 w 13543476"/>
              <a:gd name="connsiteY0" fmla="*/ 28921 h 4578014"/>
              <a:gd name="connsiteX1" fmla="*/ 12417048 w 13543476"/>
              <a:gd name="connsiteY1" fmla="*/ 0 h 4578014"/>
              <a:gd name="connsiteX2" fmla="*/ 13543476 w 13543476"/>
              <a:gd name="connsiteY2" fmla="*/ 1126428 h 4578014"/>
              <a:gd name="connsiteX3" fmla="*/ 13543476 w 13543476"/>
              <a:gd name="connsiteY3" fmla="*/ 1126428 h 4578014"/>
              <a:gd name="connsiteX4" fmla="*/ 12417048 w 13543476"/>
              <a:gd name="connsiteY4" fmla="*/ 2252856 h 4578014"/>
              <a:gd name="connsiteX5" fmla="*/ 799160 w 13543476"/>
              <a:gd name="connsiteY5" fmla="*/ 2238396 h 4578014"/>
              <a:gd name="connsiteX6" fmla="*/ 8080 w 13543476"/>
              <a:gd name="connsiteY6" fmla="*/ 3335901 h 4578014"/>
              <a:gd name="connsiteX7" fmla="*/ 0 w 13543476"/>
              <a:gd name="connsiteY7" fmla="*/ 3338341 h 4578014"/>
              <a:gd name="connsiteX8" fmla="*/ 869023 w 13543476"/>
              <a:gd name="connsiteY8" fmla="*/ 4578014 h 4578014"/>
              <a:gd name="connsiteX9" fmla="*/ 7847623 w 13543476"/>
              <a:gd name="connsiteY9" fmla="*/ 4520151 h 4578014"/>
              <a:gd name="connsiteX0" fmla="*/ 295612 w 13537582"/>
              <a:gd name="connsiteY0" fmla="*/ 28921 h 4578014"/>
              <a:gd name="connsiteX1" fmla="*/ 12411154 w 13537582"/>
              <a:gd name="connsiteY1" fmla="*/ 0 h 4578014"/>
              <a:gd name="connsiteX2" fmla="*/ 13537582 w 13537582"/>
              <a:gd name="connsiteY2" fmla="*/ 1126428 h 4578014"/>
              <a:gd name="connsiteX3" fmla="*/ 13537582 w 13537582"/>
              <a:gd name="connsiteY3" fmla="*/ 1126428 h 4578014"/>
              <a:gd name="connsiteX4" fmla="*/ 12411154 w 13537582"/>
              <a:gd name="connsiteY4" fmla="*/ 2252856 h 4578014"/>
              <a:gd name="connsiteX5" fmla="*/ 793266 w 13537582"/>
              <a:gd name="connsiteY5" fmla="*/ 2238396 h 4578014"/>
              <a:gd name="connsiteX6" fmla="*/ 2186 w 13537582"/>
              <a:gd name="connsiteY6" fmla="*/ 3335901 h 4578014"/>
              <a:gd name="connsiteX7" fmla="*/ 0 w 13537582"/>
              <a:gd name="connsiteY7" fmla="*/ 3341391 h 4578014"/>
              <a:gd name="connsiteX8" fmla="*/ 863129 w 13537582"/>
              <a:gd name="connsiteY8" fmla="*/ 4578014 h 4578014"/>
              <a:gd name="connsiteX9" fmla="*/ 7841729 w 13537582"/>
              <a:gd name="connsiteY9" fmla="*/ 4520151 h 4578014"/>
              <a:gd name="connsiteX0" fmla="*/ 295612 w 13537582"/>
              <a:gd name="connsiteY0" fmla="*/ 28921 h 4578014"/>
              <a:gd name="connsiteX1" fmla="*/ 12411154 w 13537582"/>
              <a:gd name="connsiteY1" fmla="*/ 0 h 4578014"/>
              <a:gd name="connsiteX2" fmla="*/ 13537582 w 13537582"/>
              <a:gd name="connsiteY2" fmla="*/ 1126428 h 4578014"/>
              <a:gd name="connsiteX3" fmla="*/ 13537582 w 13537582"/>
              <a:gd name="connsiteY3" fmla="*/ 1126428 h 4578014"/>
              <a:gd name="connsiteX4" fmla="*/ 12411154 w 13537582"/>
              <a:gd name="connsiteY4" fmla="*/ 2252856 h 4578014"/>
              <a:gd name="connsiteX5" fmla="*/ 793266 w 13537582"/>
              <a:gd name="connsiteY5" fmla="*/ 2238396 h 4578014"/>
              <a:gd name="connsiteX6" fmla="*/ 2186 w 13537582"/>
              <a:gd name="connsiteY6" fmla="*/ 3335901 h 4578014"/>
              <a:gd name="connsiteX7" fmla="*/ 0 w 13537582"/>
              <a:gd name="connsiteY7" fmla="*/ 3341391 h 4578014"/>
              <a:gd name="connsiteX8" fmla="*/ 863129 w 13537582"/>
              <a:gd name="connsiteY8" fmla="*/ 4578014 h 4578014"/>
              <a:gd name="connsiteX9" fmla="*/ 7841729 w 13537582"/>
              <a:gd name="connsiteY9" fmla="*/ 4520151 h 4578014"/>
              <a:gd name="connsiteX0" fmla="*/ 293426 w 13535396"/>
              <a:gd name="connsiteY0" fmla="*/ 28921 h 4578014"/>
              <a:gd name="connsiteX1" fmla="*/ 12408968 w 13535396"/>
              <a:gd name="connsiteY1" fmla="*/ 0 h 4578014"/>
              <a:gd name="connsiteX2" fmla="*/ 13535396 w 13535396"/>
              <a:gd name="connsiteY2" fmla="*/ 1126428 h 4578014"/>
              <a:gd name="connsiteX3" fmla="*/ 13535396 w 13535396"/>
              <a:gd name="connsiteY3" fmla="*/ 1126428 h 4578014"/>
              <a:gd name="connsiteX4" fmla="*/ 12408968 w 13535396"/>
              <a:gd name="connsiteY4" fmla="*/ 2252856 h 4578014"/>
              <a:gd name="connsiteX5" fmla="*/ 791080 w 13535396"/>
              <a:gd name="connsiteY5" fmla="*/ 2238396 h 4578014"/>
              <a:gd name="connsiteX6" fmla="*/ 0 w 13535396"/>
              <a:gd name="connsiteY6" fmla="*/ 3335901 h 4578014"/>
              <a:gd name="connsiteX7" fmla="*/ 3708 w 13535396"/>
              <a:gd name="connsiteY7" fmla="*/ 3320039 h 4578014"/>
              <a:gd name="connsiteX8" fmla="*/ 860943 w 13535396"/>
              <a:gd name="connsiteY8" fmla="*/ 4578014 h 4578014"/>
              <a:gd name="connsiteX9" fmla="*/ 7839543 w 13535396"/>
              <a:gd name="connsiteY9" fmla="*/ 4520151 h 4578014"/>
              <a:gd name="connsiteX0" fmla="*/ 298560 w 13540530"/>
              <a:gd name="connsiteY0" fmla="*/ 28921 h 4578014"/>
              <a:gd name="connsiteX1" fmla="*/ 12414102 w 13540530"/>
              <a:gd name="connsiteY1" fmla="*/ 0 h 4578014"/>
              <a:gd name="connsiteX2" fmla="*/ 13540530 w 13540530"/>
              <a:gd name="connsiteY2" fmla="*/ 1126428 h 4578014"/>
              <a:gd name="connsiteX3" fmla="*/ 13540530 w 13540530"/>
              <a:gd name="connsiteY3" fmla="*/ 1126428 h 4578014"/>
              <a:gd name="connsiteX4" fmla="*/ 12414102 w 13540530"/>
              <a:gd name="connsiteY4" fmla="*/ 2252856 h 4578014"/>
              <a:gd name="connsiteX5" fmla="*/ 796214 w 13540530"/>
              <a:gd name="connsiteY5" fmla="*/ 2238396 h 4578014"/>
              <a:gd name="connsiteX6" fmla="*/ 5134 w 13540530"/>
              <a:gd name="connsiteY6" fmla="*/ 3335901 h 4578014"/>
              <a:gd name="connsiteX7" fmla="*/ 0 w 13540530"/>
              <a:gd name="connsiteY7" fmla="*/ 3313938 h 4578014"/>
              <a:gd name="connsiteX8" fmla="*/ 866077 w 13540530"/>
              <a:gd name="connsiteY8" fmla="*/ 4578014 h 4578014"/>
              <a:gd name="connsiteX9" fmla="*/ 7844677 w 13540530"/>
              <a:gd name="connsiteY9" fmla="*/ 4520151 h 4578014"/>
              <a:gd name="connsiteX0" fmla="*/ 293426 w 13535396"/>
              <a:gd name="connsiteY0" fmla="*/ 28921 h 4578014"/>
              <a:gd name="connsiteX1" fmla="*/ 12408968 w 13535396"/>
              <a:gd name="connsiteY1" fmla="*/ 0 h 4578014"/>
              <a:gd name="connsiteX2" fmla="*/ 13535396 w 13535396"/>
              <a:gd name="connsiteY2" fmla="*/ 1126428 h 4578014"/>
              <a:gd name="connsiteX3" fmla="*/ 13535396 w 13535396"/>
              <a:gd name="connsiteY3" fmla="*/ 1126428 h 4578014"/>
              <a:gd name="connsiteX4" fmla="*/ 12408968 w 13535396"/>
              <a:gd name="connsiteY4" fmla="*/ 2252856 h 4578014"/>
              <a:gd name="connsiteX5" fmla="*/ 791080 w 13535396"/>
              <a:gd name="connsiteY5" fmla="*/ 2238396 h 4578014"/>
              <a:gd name="connsiteX6" fmla="*/ 0 w 13535396"/>
              <a:gd name="connsiteY6" fmla="*/ 3335901 h 4578014"/>
              <a:gd name="connsiteX7" fmla="*/ 3708 w 13535396"/>
              <a:gd name="connsiteY7" fmla="*/ 3316989 h 4578014"/>
              <a:gd name="connsiteX8" fmla="*/ 860943 w 13535396"/>
              <a:gd name="connsiteY8" fmla="*/ 4578014 h 4578014"/>
              <a:gd name="connsiteX9" fmla="*/ 7839543 w 13535396"/>
              <a:gd name="connsiteY9" fmla="*/ 4520151 h 4578014"/>
              <a:gd name="connsiteX0" fmla="*/ 293426 w 13535396"/>
              <a:gd name="connsiteY0" fmla="*/ 28921 h 4578014"/>
              <a:gd name="connsiteX1" fmla="*/ 12408968 w 13535396"/>
              <a:gd name="connsiteY1" fmla="*/ 0 h 4578014"/>
              <a:gd name="connsiteX2" fmla="*/ 13535396 w 13535396"/>
              <a:gd name="connsiteY2" fmla="*/ 1126428 h 4578014"/>
              <a:gd name="connsiteX3" fmla="*/ 13535396 w 13535396"/>
              <a:gd name="connsiteY3" fmla="*/ 1126428 h 4578014"/>
              <a:gd name="connsiteX4" fmla="*/ 12408968 w 13535396"/>
              <a:gd name="connsiteY4" fmla="*/ 2252856 h 4578014"/>
              <a:gd name="connsiteX5" fmla="*/ 791080 w 13535396"/>
              <a:gd name="connsiteY5" fmla="*/ 2238396 h 4578014"/>
              <a:gd name="connsiteX6" fmla="*/ 0 w 13535396"/>
              <a:gd name="connsiteY6" fmla="*/ 3335901 h 4578014"/>
              <a:gd name="connsiteX7" fmla="*/ 760 w 13535396"/>
              <a:gd name="connsiteY7" fmla="*/ 3313939 h 4578014"/>
              <a:gd name="connsiteX8" fmla="*/ 860943 w 13535396"/>
              <a:gd name="connsiteY8" fmla="*/ 4578014 h 4578014"/>
              <a:gd name="connsiteX9" fmla="*/ 7839543 w 13535396"/>
              <a:gd name="connsiteY9" fmla="*/ 4520151 h 4578014"/>
              <a:gd name="connsiteX0" fmla="*/ 293426 w 13535396"/>
              <a:gd name="connsiteY0" fmla="*/ 28921 h 4581156"/>
              <a:gd name="connsiteX1" fmla="*/ 12408968 w 13535396"/>
              <a:gd name="connsiteY1" fmla="*/ 0 h 4581156"/>
              <a:gd name="connsiteX2" fmla="*/ 13535396 w 13535396"/>
              <a:gd name="connsiteY2" fmla="*/ 1126428 h 4581156"/>
              <a:gd name="connsiteX3" fmla="*/ 13535396 w 13535396"/>
              <a:gd name="connsiteY3" fmla="*/ 1126428 h 4581156"/>
              <a:gd name="connsiteX4" fmla="*/ 12408968 w 13535396"/>
              <a:gd name="connsiteY4" fmla="*/ 2252856 h 4581156"/>
              <a:gd name="connsiteX5" fmla="*/ 791080 w 13535396"/>
              <a:gd name="connsiteY5" fmla="*/ 2238396 h 4581156"/>
              <a:gd name="connsiteX6" fmla="*/ 0 w 13535396"/>
              <a:gd name="connsiteY6" fmla="*/ 3335901 h 4581156"/>
              <a:gd name="connsiteX7" fmla="*/ 760 w 13535396"/>
              <a:gd name="connsiteY7" fmla="*/ 3313939 h 4581156"/>
              <a:gd name="connsiteX8" fmla="*/ 860943 w 13535396"/>
              <a:gd name="connsiteY8" fmla="*/ 4578014 h 4581156"/>
              <a:gd name="connsiteX9" fmla="*/ 9843765 w 13535396"/>
              <a:gd name="connsiteY9" fmla="*/ 4581156 h 4581156"/>
              <a:gd name="connsiteX0" fmla="*/ 293426 w 13535396"/>
              <a:gd name="connsiteY0" fmla="*/ 28921 h 4578015"/>
              <a:gd name="connsiteX1" fmla="*/ 12408968 w 13535396"/>
              <a:gd name="connsiteY1" fmla="*/ 0 h 4578015"/>
              <a:gd name="connsiteX2" fmla="*/ 13535396 w 13535396"/>
              <a:gd name="connsiteY2" fmla="*/ 1126428 h 4578015"/>
              <a:gd name="connsiteX3" fmla="*/ 13535396 w 13535396"/>
              <a:gd name="connsiteY3" fmla="*/ 1126428 h 4578015"/>
              <a:gd name="connsiteX4" fmla="*/ 12408968 w 13535396"/>
              <a:gd name="connsiteY4" fmla="*/ 2252856 h 4578015"/>
              <a:gd name="connsiteX5" fmla="*/ 791080 w 13535396"/>
              <a:gd name="connsiteY5" fmla="*/ 2238396 h 4578015"/>
              <a:gd name="connsiteX6" fmla="*/ 0 w 13535396"/>
              <a:gd name="connsiteY6" fmla="*/ 3335901 h 4578015"/>
              <a:gd name="connsiteX7" fmla="*/ 760 w 13535396"/>
              <a:gd name="connsiteY7" fmla="*/ 3313939 h 4578015"/>
              <a:gd name="connsiteX8" fmla="*/ 860943 w 13535396"/>
              <a:gd name="connsiteY8" fmla="*/ 4578014 h 4578015"/>
              <a:gd name="connsiteX9" fmla="*/ 9829794 w 13535396"/>
              <a:gd name="connsiteY9" fmla="*/ 4396524 h 4578015"/>
              <a:gd name="connsiteX0" fmla="*/ 293426 w 13535396"/>
              <a:gd name="connsiteY0" fmla="*/ 28921 h 4407583"/>
              <a:gd name="connsiteX1" fmla="*/ 12408968 w 13535396"/>
              <a:gd name="connsiteY1" fmla="*/ 0 h 4407583"/>
              <a:gd name="connsiteX2" fmla="*/ 13535396 w 13535396"/>
              <a:gd name="connsiteY2" fmla="*/ 1126428 h 4407583"/>
              <a:gd name="connsiteX3" fmla="*/ 13535396 w 13535396"/>
              <a:gd name="connsiteY3" fmla="*/ 1126428 h 4407583"/>
              <a:gd name="connsiteX4" fmla="*/ 12408968 w 13535396"/>
              <a:gd name="connsiteY4" fmla="*/ 2252856 h 4407583"/>
              <a:gd name="connsiteX5" fmla="*/ 791080 w 13535396"/>
              <a:gd name="connsiteY5" fmla="*/ 2238396 h 4407583"/>
              <a:gd name="connsiteX6" fmla="*/ 0 w 13535396"/>
              <a:gd name="connsiteY6" fmla="*/ 3335901 h 4407583"/>
              <a:gd name="connsiteX7" fmla="*/ 760 w 13535396"/>
              <a:gd name="connsiteY7" fmla="*/ 3313939 h 4407583"/>
              <a:gd name="connsiteX8" fmla="*/ 916835 w 13535396"/>
              <a:gd name="connsiteY8" fmla="*/ 4407583 h 4407583"/>
              <a:gd name="connsiteX9" fmla="*/ 9829794 w 13535396"/>
              <a:gd name="connsiteY9" fmla="*/ 4396524 h 4407583"/>
              <a:gd name="connsiteX0" fmla="*/ 293426 w 13535396"/>
              <a:gd name="connsiteY0" fmla="*/ 33844 h 4412506"/>
              <a:gd name="connsiteX1" fmla="*/ 12408968 w 13535396"/>
              <a:gd name="connsiteY1" fmla="*/ 4923 h 4412506"/>
              <a:gd name="connsiteX2" fmla="*/ 13535396 w 13535396"/>
              <a:gd name="connsiteY2" fmla="*/ 1131351 h 4412506"/>
              <a:gd name="connsiteX3" fmla="*/ 13535396 w 13535396"/>
              <a:gd name="connsiteY3" fmla="*/ 1131351 h 4412506"/>
              <a:gd name="connsiteX4" fmla="*/ 12408968 w 13535396"/>
              <a:gd name="connsiteY4" fmla="*/ 2257779 h 4412506"/>
              <a:gd name="connsiteX5" fmla="*/ 791080 w 13535396"/>
              <a:gd name="connsiteY5" fmla="*/ 2243319 h 4412506"/>
              <a:gd name="connsiteX6" fmla="*/ 0 w 13535396"/>
              <a:gd name="connsiteY6" fmla="*/ 3340824 h 4412506"/>
              <a:gd name="connsiteX7" fmla="*/ 760 w 13535396"/>
              <a:gd name="connsiteY7" fmla="*/ 3318862 h 4412506"/>
              <a:gd name="connsiteX8" fmla="*/ 916835 w 13535396"/>
              <a:gd name="connsiteY8" fmla="*/ 4412506 h 4412506"/>
              <a:gd name="connsiteX9" fmla="*/ 9829794 w 13535396"/>
              <a:gd name="connsiteY9" fmla="*/ 4401447 h 4412506"/>
              <a:gd name="connsiteX0" fmla="*/ 293426 w 13535396"/>
              <a:gd name="connsiteY0" fmla="*/ 28921 h 4407583"/>
              <a:gd name="connsiteX1" fmla="*/ 12408968 w 13535396"/>
              <a:gd name="connsiteY1" fmla="*/ 0 h 4407583"/>
              <a:gd name="connsiteX2" fmla="*/ 13535396 w 13535396"/>
              <a:gd name="connsiteY2" fmla="*/ 1126428 h 4407583"/>
              <a:gd name="connsiteX3" fmla="*/ 13535396 w 13535396"/>
              <a:gd name="connsiteY3" fmla="*/ 1126428 h 4407583"/>
              <a:gd name="connsiteX4" fmla="*/ 12408968 w 13535396"/>
              <a:gd name="connsiteY4" fmla="*/ 2252856 h 4407583"/>
              <a:gd name="connsiteX5" fmla="*/ 791080 w 13535396"/>
              <a:gd name="connsiteY5" fmla="*/ 2238396 h 4407583"/>
              <a:gd name="connsiteX6" fmla="*/ 0 w 13535396"/>
              <a:gd name="connsiteY6" fmla="*/ 3335901 h 4407583"/>
              <a:gd name="connsiteX7" fmla="*/ 760 w 13535396"/>
              <a:gd name="connsiteY7" fmla="*/ 3313939 h 4407583"/>
              <a:gd name="connsiteX8" fmla="*/ 916835 w 13535396"/>
              <a:gd name="connsiteY8" fmla="*/ 4407583 h 4407583"/>
              <a:gd name="connsiteX9" fmla="*/ 9829794 w 13535396"/>
              <a:gd name="connsiteY9" fmla="*/ 4396524 h 4407583"/>
              <a:gd name="connsiteX0" fmla="*/ 293426 w 13535396"/>
              <a:gd name="connsiteY0" fmla="*/ 28921 h 4407583"/>
              <a:gd name="connsiteX1" fmla="*/ 12408968 w 13535396"/>
              <a:gd name="connsiteY1" fmla="*/ 0 h 4407583"/>
              <a:gd name="connsiteX2" fmla="*/ 13535396 w 13535396"/>
              <a:gd name="connsiteY2" fmla="*/ 1126428 h 4407583"/>
              <a:gd name="connsiteX3" fmla="*/ 13535396 w 13535396"/>
              <a:gd name="connsiteY3" fmla="*/ 1126428 h 4407583"/>
              <a:gd name="connsiteX4" fmla="*/ 12408968 w 13535396"/>
              <a:gd name="connsiteY4" fmla="*/ 2252856 h 4407583"/>
              <a:gd name="connsiteX5" fmla="*/ 791080 w 13535396"/>
              <a:gd name="connsiteY5" fmla="*/ 2238396 h 4407583"/>
              <a:gd name="connsiteX6" fmla="*/ 0 w 13535396"/>
              <a:gd name="connsiteY6" fmla="*/ 3335901 h 4407583"/>
              <a:gd name="connsiteX7" fmla="*/ 760 w 13535396"/>
              <a:gd name="connsiteY7" fmla="*/ 3313939 h 4407583"/>
              <a:gd name="connsiteX8" fmla="*/ 916835 w 13535396"/>
              <a:gd name="connsiteY8" fmla="*/ 4407583 h 4407583"/>
              <a:gd name="connsiteX9" fmla="*/ 9829794 w 13535396"/>
              <a:gd name="connsiteY9" fmla="*/ 4396524 h 4407583"/>
              <a:gd name="connsiteX0" fmla="*/ 443341 w 13685311"/>
              <a:gd name="connsiteY0" fmla="*/ 28921 h 4407583"/>
              <a:gd name="connsiteX1" fmla="*/ 12558883 w 13685311"/>
              <a:gd name="connsiteY1" fmla="*/ 0 h 4407583"/>
              <a:gd name="connsiteX2" fmla="*/ 13685311 w 13685311"/>
              <a:gd name="connsiteY2" fmla="*/ 1126428 h 4407583"/>
              <a:gd name="connsiteX3" fmla="*/ 13685311 w 13685311"/>
              <a:gd name="connsiteY3" fmla="*/ 1126428 h 4407583"/>
              <a:gd name="connsiteX4" fmla="*/ 12558883 w 13685311"/>
              <a:gd name="connsiteY4" fmla="*/ 2252856 h 4407583"/>
              <a:gd name="connsiteX5" fmla="*/ 940995 w 13685311"/>
              <a:gd name="connsiteY5" fmla="*/ 2238396 h 4407583"/>
              <a:gd name="connsiteX6" fmla="*/ 149915 w 13685311"/>
              <a:gd name="connsiteY6" fmla="*/ 3335901 h 4407583"/>
              <a:gd name="connsiteX7" fmla="*/ 1066750 w 13685311"/>
              <a:gd name="connsiteY7" fmla="*/ 4407583 h 4407583"/>
              <a:gd name="connsiteX8" fmla="*/ 9979709 w 13685311"/>
              <a:gd name="connsiteY8" fmla="*/ 4396524 h 4407583"/>
              <a:gd name="connsiteX0" fmla="*/ 293426 w 13535396"/>
              <a:gd name="connsiteY0" fmla="*/ 28921 h 4408522"/>
              <a:gd name="connsiteX1" fmla="*/ 12408968 w 13535396"/>
              <a:gd name="connsiteY1" fmla="*/ 0 h 4408522"/>
              <a:gd name="connsiteX2" fmla="*/ 13535396 w 13535396"/>
              <a:gd name="connsiteY2" fmla="*/ 1126428 h 4408522"/>
              <a:gd name="connsiteX3" fmla="*/ 13535396 w 13535396"/>
              <a:gd name="connsiteY3" fmla="*/ 1126428 h 4408522"/>
              <a:gd name="connsiteX4" fmla="*/ 12408968 w 13535396"/>
              <a:gd name="connsiteY4" fmla="*/ 2252856 h 4408522"/>
              <a:gd name="connsiteX5" fmla="*/ 791080 w 13535396"/>
              <a:gd name="connsiteY5" fmla="*/ 2238396 h 4408522"/>
              <a:gd name="connsiteX6" fmla="*/ 0 w 13535396"/>
              <a:gd name="connsiteY6" fmla="*/ 3335901 h 4408522"/>
              <a:gd name="connsiteX7" fmla="*/ 916835 w 13535396"/>
              <a:gd name="connsiteY7" fmla="*/ 4407583 h 4408522"/>
              <a:gd name="connsiteX8" fmla="*/ 9829794 w 13535396"/>
              <a:gd name="connsiteY8" fmla="*/ 4396524 h 4408522"/>
              <a:gd name="connsiteX0" fmla="*/ 324865 w 13566835"/>
              <a:gd name="connsiteY0" fmla="*/ 28921 h 4408522"/>
              <a:gd name="connsiteX1" fmla="*/ 12440407 w 13566835"/>
              <a:gd name="connsiteY1" fmla="*/ 0 h 4408522"/>
              <a:gd name="connsiteX2" fmla="*/ 13566835 w 13566835"/>
              <a:gd name="connsiteY2" fmla="*/ 1126428 h 4408522"/>
              <a:gd name="connsiteX3" fmla="*/ 13566835 w 13566835"/>
              <a:gd name="connsiteY3" fmla="*/ 1126428 h 4408522"/>
              <a:gd name="connsiteX4" fmla="*/ 12440407 w 13566835"/>
              <a:gd name="connsiteY4" fmla="*/ 2252856 h 4408522"/>
              <a:gd name="connsiteX5" fmla="*/ 822519 w 13566835"/>
              <a:gd name="connsiteY5" fmla="*/ 2238396 h 4408522"/>
              <a:gd name="connsiteX6" fmla="*/ 0 w 13566835"/>
              <a:gd name="connsiteY6" fmla="*/ 3335902 h 4408522"/>
              <a:gd name="connsiteX7" fmla="*/ 948274 w 13566835"/>
              <a:gd name="connsiteY7" fmla="*/ 4407583 h 4408522"/>
              <a:gd name="connsiteX8" fmla="*/ 9861233 w 13566835"/>
              <a:gd name="connsiteY8" fmla="*/ 4396524 h 4408522"/>
              <a:gd name="connsiteX0" fmla="*/ 324865 w 13566835"/>
              <a:gd name="connsiteY0" fmla="*/ 28921 h 4408522"/>
              <a:gd name="connsiteX1" fmla="*/ 12440407 w 13566835"/>
              <a:gd name="connsiteY1" fmla="*/ 0 h 4408522"/>
              <a:gd name="connsiteX2" fmla="*/ 13566835 w 13566835"/>
              <a:gd name="connsiteY2" fmla="*/ 1126428 h 4408522"/>
              <a:gd name="connsiteX3" fmla="*/ 13566835 w 13566835"/>
              <a:gd name="connsiteY3" fmla="*/ 1126428 h 4408522"/>
              <a:gd name="connsiteX4" fmla="*/ 12440407 w 13566835"/>
              <a:gd name="connsiteY4" fmla="*/ 2252856 h 4408522"/>
              <a:gd name="connsiteX5" fmla="*/ 822519 w 13566835"/>
              <a:gd name="connsiteY5" fmla="*/ 2238396 h 4408522"/>
              <a:gd name="connsiteX6" fmla="*/ 0 w 13566835"/>
              <a:gd name="connsiteY6" fmla="*/ 3335902 h 4408522"/>
              <a:gd name="connsiteX7" fmla="*/ 948274 w 13566835"/>
              <a:gd name="connsiteY7" fmla="*/ 4407583 h 4408522"/>
              <a:gd name="connsiteX8" fmla="*/ 9861233 w 13566835"/>
              <a:gd name="connsiteY8" fmla="*/ 4396524 h 4408522"/>
              <a:gd name="connsiteX0" fmla="*/ 324865 w 13566835"/>
              <a:gd name="connsiteY0" fmla="*/ 28921 h 4408522"/>
              <a:gd name="connsiteX1" fmla="*/ 12440407 w 13566835"/>
              <a:gd name="connsiteY1" fmla="*/ 0 h 4408522"/>
              <a:gd name="connsiteX2" fmla="*/ 13566835 w 13566835"/>
              <a:gd name="connsiteY2" fmla="*/ 1126428 h 4408522"/>
              <a:gd name="connsiteX3" fmla="*/ 13566835 w 13566835"/>
              <a:gd name="connsiteY3" fmla="*/ 1126428 h 4408522"/>
              <a:gd name="connsiteX4" fmla="*/ 12440407 w 13566835"/>
              <a:gd name="connsiteY4" fmla="*/ 2252856 h 4408522"/>
              <a:gd name="connsiteX5" fmla="*/ 822519 w 13566835"/>
              <a:gd name="connsiteY5" fmla="*/ 2238396 h 4408522"/>
              <a:gd name="connsiteX6" fmla="*/ 0 w 13566835"/>
              <a:gd name="connsiteY6" fmla="*/ 3335902 h 4408522"/>
              <a:gd name="connsiteX7" fmla="*/ 948274 w 13566835"/>
              <a:gd name="connsiteY7" fmla="*/ 4407583 h 4408522"/>
              <a:gd name="connsiteX8" fmla="*/ 9861233 w 13566835"/>
              <a:gd name="connsiteY8" fmla="*/ 4396524 h 4408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66835" h="4408522">
                <a:moveTo>
                  <a:pt x="324865" y="28921"/>
                </a:moveTo>
                <a:lnTo>
                  <a:pt x="12440407" y="0"/>
                </a:lnTo>
                <a:cubicBezTo>
                  <a:pt x="13251166" y="0"/>
                  <a:pt x="13566835" y="504301"/>
                  <a:pt x="13566835" y="1126428"/>
                </a:cubicBezTo>
                <a:lnTo>
                  <a:pt x="13566835" y="1126428"/>
                </a:lnTo>
                <a:cubicBezTo>
                  <a:pt x="13566835" y="1748554"/>
                  <a:pt x="13266886" y="2204923"/>
                  <a:pt x="12440407" y="2252856"/>
                </a:cubicBezTo>
                <a:lnTo>
                  <a:pt x="822519" y="2238396"/>
                </a:lnTo>
                <a:cubicBezTo>
                  <a:pt x="278989" y="2334263"/>
                  <a:pt x="0" y="2713776"/>
                  <a:pt x="0" y="3335902"/>
                </a:cubicBezTo>
                <a:cubicBezTo>
                  <a:pt x="20959" y="3697433"/>
                  <a:pt x="158821" y="4438525"/>
                  <a:pt x="948274" y="4407583"/>
                </a:cubicBezTo>
                <a:lnTo>
                  <a:pt x="9861233" y="4396524"/>
                </a:lnTo>
              </a:path>
            </a:pathLst>
          </a:custGeom>
          <a:ln w="28575" cap="flat" cmpd="sng" algn="ctr">
            <a:gradFill flip="none" rotWithShape="1">
              <a:gsLst>
                <a:gs pos="67000">
                  <a:srgbClr val="FE7202"/>
                </a:gs>
                <a:gs pos="43000">
                  <a:schemeClr val="tx2">
                    <a:lumMod val="100000"/>
                  </a:schemeClr>
                </a:gs>
                <a:gs pos="90000">
                  <a:srgbClr val="FF03FD"/>
                </a:gs>
              </a:gsLst>
              <a:lin ang="4800000" scaled="0"/>
              <a:tileRect/>
            </a:gradFill>
            <a:prstDash val="solid"/>
            <a:round/>
            <a:headEnd type="oval" w="med" len="med"/>
            <a:tailEnd type="oval" w="med" len="med"/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 dirty="0">
              <a:solidFill>
                <a:srgbClr val="1A1A24"/>
              </a:solidFill>
              <a:latin typeface="EYInterstate Ligh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CCB93ED-968F-BA06-2A75-D24544BF9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04011" y="1415344"/>
            <a:ext cx="597808" cy="59780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400" dirty="0">
              <a:solidFill>
                <a:schemeClr val="bg1"/>
              </a:solidFill>
              <a:latin typeface="EYInterstate" panose="02000503020000020004" pitchFamily="2" charset="0"/>
            </a:endParaRPr>
          </a:p>
        </p:txBody>
      </p:sp>
      <p:grpSp>
        <p:nvGrpSpPr>
          <p:cNvPr id="5" name="Group 4" descr="An illustration of a calendar">
            <a:extLst>
              <a:ext uri="{FF2B5EF4-FFF2-40B4-BE49-F238E27FC236}">
                <a16:creationId xmlns:a16="http://schemas.microsoft.com/office/drawing/2014/main" id="{B5C4622A-EA63-7A01-5D59-6DBC47A6FE2C}"/>
              </a:ext>
            </a:extLst>
          </p:cNvPr>
          <p:cNvGrpSpPr>
            <a:grpSpLocks noChangeAspect="1"/>
          </p:cNvGrpSpPr>
          <p:nvPr/>
        </p:nvGrpSpPr>
        <p:grpSpPr>
          <a:xfrm>
            <a:off x="1983049" y="1598602"/>
            <a:ext cx="239730" cy="231290"/>
            <a:chOff x="804337" y="1328352"/>
            <a:chExt cx="1054598" cy="1017474"/>
          </a:xfrm>
          <a:solidFill>
            <a:schemeClr val="bg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69945DA-3D43-D0E5-0BD9-CADC20E35D69}"/>
                </a:ext>
              </a:extLst>
            </p:cNvPr>
            <p:cNvSpPr/>
            <p:nvPr/>
          </p:nvSpPr>
          <p:spPr>
            <a:xfrm>
              <a:off x="804337" y="1544333"/>
              <a:ext cx="1054598" cy="801493"/>
            </a:xfrm>
            <a:custGeom>
              <a:avLst/>
              <a:gdLst>
                <a:gd name="connsiteX0" fmla="*/ 1095517 w 1054598"/>
                <a:gd name="connsiteY0" fmla="*/ 807822 h 801494"/>
                <a:gd name="connsiteX1" fmla="*/ 0 w 1054598"/>
                <a:gd name="connsiteY1" fmla="*/ 807822 h 801494"/>
                <a:gd name="connsiteX2" fmla="*/ 0 w 1054598"/>
                <a:gd name="connsiteY2" fmla="*/ 0 h 801494"/>
                <a:gd name="connsiteX3" fmla="*/ 1095517 w 1054598"/>
                <a:gd name="connsiteY3" fmla="*/ 0 h 801494"/>
                <a:gd name="connsiteX4" fmla="*/ 1095517 w 1054598"/>
                <a:gd name="connsiteY4" fmla="*/ 807822 h 801494"/>
                <a:gd name="connsiteX5" fmla="*/ 31638 w 1054598"/>
                <a:gd name="connsiteY5" fmla="*/ 776184 h 801494"/>
                <a:gd name="connsiteX6" fmla="*/ 1063879 w 1054598"/>
                <a:gd name="connsiteY6" fmla="*/ 776184 h 801494"/>
                <a:gd name="connsiteX7" fmla="*/ 1063879 w 1054598"/>
                <a:gd name="connsiteY7" fmla="*/ 31638 h 801494"/>
                <a:gd name="connsiteX8" fmla="*/ 31638 w 1054598"/>
                <a:gd name="connsiteY8" fmla="*/ 31638 h 801494"/>
                <a:gd name="connsiteX9" fmla="*/ 31638 w 1054598"/>
                <a:gd name="connsiteY9" fmla="*/ 776184 h 801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54598" h="801494">
                  <a:moveTo>
                    <a:pt x="1095517" y="807822"/>
                  </a:moveTo>
                  <a:lnTo>
                    <a:pt x="0" y="807822"/>
                  </a:lnTo>
                  <a:lnTo>
                    <a:pt x="0" y="0"/>
                  </a:lnTo>
                  <a:lnTo>
                    <a:pt x="1095517" y="0"/>
                  </a:lnTo>
                  <a:lnTo>
                    <a:pt x="1095517" y="807822"/>
                  </a:lnTo>
                  <a:close/>
                  <a:moveTo>
                    <a:pt x="31638" y="776184"/>
                  </a:moveTo>
                  <a:lnTo>
                    <a:pt x="1063879" y="776184"/>
                  </a:lnTo>
                  <a:lnTo>
                    <a:pt x="1063879" y="31638"/>
                  </a:lnTo>
                  <a:lnTo>
                    <a:pt x="31638" y="31638"/>
                  </a:lnTo>
                  <a:lnTo>
                    <a:pt x="31638" y="776184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B4A9252-2F2C-5998-DCF0-1FCBDF7CB96E}"/>
                </a:ext>
              </a:extLst>
            </p:cNvPr>
            <p:cNvSpPr/>
            <p:nvPr/>
          </p:nvSpPr>
          <p:spPr>
            <a:xfrm>
              <a:off x="1712558" y="1753143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87607A9-BB60-7CA6-A055-ADD7D7397F4D}"/>
                </a:ext>
              </a:extLst>
            </p:cNvPr>
            <p:cNvSpPr/>
            <p:nvPr/>
          </p:nvSpPr>
          <p:spPr>
            <a:xfrm>
              <a:off x="1573771" y="1753143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05876D-6897-DF47-CCB9-6A32B9F71D55}"/>
                </a:ext>
              </a:extLst>
            </p:cNvPr>
            <p:cNvSpPr/>
            <p:nvPr/>
          </p:nvSpPr>
          <p:spPr>
            <a:xfrm>
              <a:off x="1435409" y="1754410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480833-4B0E-C471-AA86-0BDE19A2E8CC}"/>
                </a:ext>
              </a:extLst>
            </p:cNvPr>
            <p:cNvSpPr/>
            <p:nvPr/>
          </p:nvSpPr>
          <p:spPr>
            <a:xfrm>
              <a:off x="1296622" y="1754410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B29BC21-457F-4726-C4A2-3D2689747A3A}"/>
                </a:ext>
              </a:extLst>
            </p:cNvPr>
            <p:cNvSpPr/>
            <p:nvPr/>
          </p:nvSpPr>
          <p:spPr>
            <a:xfrm>
              <a:off x="1157838" y="1754410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8C9FEB0-8207-87C5-C935-852F53F918DE}"/>
                </a:ext>
              </a:extLst>
            </p:cNvPr>
            <p:cNvSpPr/>
            <p:nvPr/>
          </p:nvSpPr>
          <p:spPr>
            <a:xfrm>
              <a:off x="1019475" y="1754410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9B9F049-2DF8-DF5E-EBE6-4A600D30956F}"/>
                </a:ext>
              </a:extLst>
            </p:cNvPr>
            <p:cNvSpPr/>
            <p:nvPr/>
          </p:nvSpPr>
          <p:spPr>
            <a:xfrm>
              <a:off x="880691" y="1754410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A5D2D34-677D-4FF7-F722-C7A5A0E228DC}"/>
                </a:ext>
              </a:extLst>
            </p:cNvPr>
            <p:cNvSpPr/>
            <p:nvPr/>
          </p:nvSpPr>
          <p:spPr>
            <a:xfrm>
              <a:off x="1712558" y="1887709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34DF0AA-A967-29D2-B870-EBE7D33E34D9}"/>
                </a:ext>
              </a:extLst>
            </p:cNvPr>
            <p:cNvSpPr/>
            <p:nvPr/>
          </p:nvSpPr>
          <p:spPr>
            <a:xfrm>
              <a:off x="1573771" y="1887709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628768C-FA2E-A95F-DD2D-21CC9D56449D}"/>
                </a:ext>
              </a:extLst>
            </p:cNvPr>
            <p:cNvSpPr/>
            <p:nvPr/>
          </p:nvSpPr>
          <p:spPr>
            <a:xfrm>
              <a:off x="1435409" y="1890240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FC8C2D1-9379-E2DD-9E9F-9AFDF82FEA5D}"/>
                </a:ext>
              </a:extLst>
            </p:cNvPr>
            <p:cNvSpPr/>
            <p:nvPr/>
          </p:nvSpPr>
          <p:spPr>
            <a:xfrm>
              <a:off x="1296622" y="1890240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67C7EAB-1178-6879-D46F-8ADD087B90C6}"/>
                </a:ext>
              </a:extLst>
            </p:cNvPr>
            <p:cNvSpPr/>
            <p:nvPr/>
          </p:nvSpPr>
          <p:spPr>
            <a:xfrm>
              <a:off x="1157838" y="1890240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E24B50-0668-A93D-562B-3E2EA7848DAE}"/>
                </a:ext>
              </a:extLst>
            </p:cNvPr>
            <p:cNvSpPr/>
            <p:nvPr/>
          </p:nvSpPr>
          <p:spPr>
            <a:xfrm>
              <a:off x="1019475" y="1890240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5FEF0A4-2514-9B07-7DD7-E1C28116A584}"/>
                </a:ext>
              </a:extLst>
            </p:cNvPr>
            <p:cNvSpPr/>
            <p:nvPr/>
          </p:nvSpPr>
          <p:spPr>
            <a:xfrm>
              <a:off x="880691" y="1890240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D1785A5-0CCC-3469-D1B9-AE11B6FE514E}"/>
                </a:ext>
              </a:extLst>
            </p:cNvPr>
            <p:cNvSpPr/>
            <p:nvPr/>
          </p:nvSpPr>
          <p:spPr>
            <a:xfrm>
              <a:off x="1712558" y="2021853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3036025-C52B-354E-C7C6-5F7EAF14DC90}"/>
                </a:ext>
              </a:extLst>
            </p:cNvPr>
            <p:cNvSpPr/>
            <p:nvPr/>
          </p:nvSpPr>
          <p:spPr>
            <a:xfrm>
              <a:off x="1573771" y="2021853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48174A6-1459-B09F-F649-30C421263E61}"/>
                </a:ext>
              </a:extLst>
            </p:cNvPr>
            <p:cNvSpPr/>
            <p:nvPr/>
          </p:nvSpPr>
          <p:spPr>
            <a:xfrm>
              <a:off x="1435409" y="2025650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F70FF51-F85D-5B66-D1AF-E4A0F0B8A28A}"/>
                </a:ext>
              </a:extLst>
            </p:cNvPr>
            <p:cNvSpPr/>
            <p:nvPr/>
          </p:nvSpPr>
          <p:spPr>
            <a:xfrm>
              <a:off x="1296622" y="2025650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D024BAA-DB7F-FF61-FF23-4467BE07EAF8}"/>
                </a:ext>
              </a:extLst>
            </p:cNvPr>
            <p:cNvSpPr/>
            <p:nvPr/>
          </p:nvSpPr>
          <p:spPr>
            <a:xfrm>
              <a:off x="1157838" y="2025650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79426F3-14D1-E1A7-03D3-AA28A4726D0E}"/>
                </a:ext>
              </a:extLst>
            </p:cNvPr>
            <p:cNvSpPr/>
            <p:nvPr/>
          </p:nvSpPr>
          <p:spPr>
            <a:xfrm>
              <a:off x="1019475" y="2025650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50D61A9-F4DC-021A-6DDC-DF3F34A20E4C}"/>
                </a:ext>
              </a:extLst>
            </p:cNvPr>
            <p:cNvSpPr/>
            <p:nvPr/>
          </p:nvSpPr>
          <p:spPr>
            <a:xfrm>
              <a:off x="880691" y="2025650"/>
              <a:ext cx="84368" cy="84368"/>
            </a:xfrm>
            <a:custGeom>
              <a:avLst/>
              <a:gdLst>
                <a:gd name="connsiteX0" fmla="*/ 31638 w 84367"/>
                <a:gd name="connsiteY0" fmla="*/ 110944 h 84367"/>
                <a:gd name="connsiteX1" fmla="*/ 0 w 84367"/>
                <a:gd name="connsiteY1" fmla="*/ 110944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944"/>
                  </a:moveTo>
                  <a:lnTo>
                    <a:pt x="0" y="110944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C21529A-7B3B-8B81-44DD-08DB3696FD12}"/>
                </a:ext>
              </a:extLst>
            </p:cNvPr>
            <p:cNvSpPr/>
            <p:nvPr/>
          </p:nvSpPr>
          <p:spPr>
            <a:xfrm>
              <a:off x="1435409" y="2161483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6C5A9BC-C405-4B3F-ADFE-FD41B3F3A062}"/>
                </a:ext>
              </a:extLst>
            </p:cNvPr>
            <p:cNvSpPr/>
            <p:nvPr/>
          </p:nvSpPr>
          <p:spPr>
            <a:xfrm>
              <a:off x="1296622" y="2161483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9B5B294-73A0-447D-903D-B2EC39520437}"/>
                </a:ext>
              </a:extLst>
            </p:cNvPr>
            <p:cNvSpPr/>
            <p:nvPr/>
          </p:nvSpPr>
          <p:spPr>
            <a:xfrm>
              <a:off x="1157838" y="2161483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9C83523-B6D8-F5D7-1308-F2FFDDCE796A}"/>
                </a:ext>
              </a:extLst>
            </p:cNvPr>
            <p:cNvSpPr/>
            <p:nvPr/>
          </p:nvSpPr>
          <p:spPr>
            <a:xfrm>
              <a:off x="1019475" y="2161483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2D11255-7650-6A5B-BE29-AC0AEDF27575}"/>
                </a:ext>
              </a:extLst>
            </p:cNvPr>
            <p:cNvSpPr/>
            <p:nvPr/>
          </p:nvSpPr>
          <p:spPr>
            <a:xfrm>
              <a:off x="1712558" y="1618998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ED6697E-0E78-9F64-F8C8-9487DB2A0E24}"/>
                </a:ext>
              </a:extLst>
            </p:cNvPr>
            <p:cNvSpPr/>
            <p:nvPr/>
          </p:nvSpPr>
          <p:spPr>
            <a:xfrm>
              <a:off x="1573771" y="1618998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85F86BC-523A-0003-810E-46C411D82078}"/>
                </a:ext>
              </a:extLst>
            </p:cNvPr>
            <p:cNvSpPr/>
            <p:nvPr/>
          </p:nvSpPr>
          <p:spPr>
            <a:xfrm>
              <a:off x="1435409" y="1618998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7CCE1E0-7B09-7CB7-924B-FCE192CC6E02}"/>
                </a:ext>
              </a:extLst>
            </p:cNvPr>
            <p:cNvSpPr/>
            <p:nvPr/>
          </p:nvSpPr>
          <p:spPr>
            <a:xfrm>
              <a:off x="1296622" y="1618998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522 w 84367"/>
                <a:gd name="connsiteY3" fmla="*/ 0 h 84367"/>
                <a:gd name="connsiteX4" fmla="*/ 110522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522" y="0"/>
                  </a:lnTo>
                  <a:lnTo>
                    <a:pt x="110522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7AB5B7E-70FC-DF80-78B6-87E165BFF07D}"/>
                </a:ext>
              </a:extLst>
            </p:cNvPr>
            <p:cNvSpPr/>
            <p:nvPr/>
          </p:nvSpPr>
          <p:spPr>
            <a:xfrm>
              <a:off x="880691" y="2161483"/>
              <a:ext cx="84368" cy="84368"/>
            </a:xfrm>
            <a:custGeom>
              <a:avLst/>
              <a:gdLst>
                <a:gd name="connsiteX0" fmla="*/ 31638 w 84367"/>
                <a:gd name="connsiteY0" fmla="*/ 110522 h 84367"/>
                <a:gd name="connsiteX1" fmla="*/ 0 w 84367"/>
                <a:gd name="connsiteY1" fmla="*/ 110522 h 84367"/>
                <a:gd name="connsiteX2" fmla="*/ 0 w 84367"/>
                <a:gd name="connsiteY2" fmla="*/ 0 h 84367"/>
                <a:gd name="connsiteX3" fmla="*/ 110944 w 84367"/>
                <a:gd name="connsiteY3" fmla="*/ 0 h 84367"/>
                <a:gd name="connsiteX4" fmla="*/ 110944 w 84367"/>
                <a:gd name="connsiteY4" fmla="*/ 31638 h 84367"/>
                <a:gd name="connsiteX5" fmla="*/ 31638 w 84367"/>
                <a:gd name="connsiteY5" fmla="*/ 31638 h 8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67" h="84367">
                  <a:moveTo>
                    <a:pt x="31638" y="110522"/>
                  </a:moveTo>
                  <a:lnTo>
                    <a:pt x="0" y="110522"/>
                  </a:lnTo>
                  <a:lnTo>
                    <a:pt x="0" y="0"/>
                  </a:lnTo>
                  <a:lnTo>
                    <a:pt x="110944" y="0"/>
                  </a:lnTo>
                  <a:lnTo>
                    <a:pt x="110944" y="31638"/>
                  </a:lnTo>
                  <a:lnTo>
                    <a:pt x="31638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3E72984-53DB-6081-606D-B58820A9C7FF}"/>
                </a:ext>
              </a:extLst>
            </p:cNvPr>
            <p:cNvSpPr/>
            <p:nvPr/>
          </p:nvSpPr>
          <p:spPr>
            <a:xfrm>
              <a:off x="804337" y="1328352"/>
              <a:ext cx="1054598" cy="210920"/>
            </a:xfrm>
            <a:custGeom>
              <a:avLst/>
              <a:gdLst>
                <a:gd name="connsiteX0" fmla="*/ 1095517 w 1054598"/>
                <a:gd name="connsiteY0" fmla="*/ 247620 h 210919"/>
                <a:gd name="connsiteX1" fmla="*/ 0 w 1054598"/>
                <a:gd name="connsiteY1" fmla="*/ 247620 h 210919"/>
                <a:gd name="connsiteX2" fmla="*/ 0 w 1054598"/>
                <a:gd name="connsiteY2" fmla="*/ 58636 h 210919"/>
                <a:gd name="connsiteX3" fmla="*/ 129083 w 1054598"/>
                <a:gd name="connsiteY3" fmla="*/ 58636 h 210919"/>
                <a:gd name="connsiteX4" fmla="*/ 202061 w 1054598"/>
                <a:gd name="connsiteY4" fmla="*/ 0 h 210919"/>
                <a:gd name="connsiteX5" fmla="*/ 275039 w 1054598"/>
                <a:gd name="connsiteY5" fmla="*/ 58636 h 210919"/>
                <a:gd name="connsiteX6" fmla="*/ 820477 w 1054598"/>
                <a:gd name="connsiteY6" fmla="*/ 58636 h 210919"/>
                <a:gd name="connsiteX7" fmla="*/ 893456 w 1054598"/>
                <a:gd name="connsiteY7" fmla="*/ 0 h 210919"/>
                <a:gd name="connsiteX8" fmla="*/ 966434 w 1054598"/>
                <a:gd name="connsiteY8" fmla="*/ 58636 h 210919"/>
                <a:gd name="connsiteX9" fmla="*/ 1095517 w 1054598"/>
                <a:gd name="connsiteY9" fmla="*/ 58636 h 210919"/>
                <a:gd name="connsiteX10" fmla="*/ 1095517 w 1054598"/>
                <a:gd name="connsiteY10" fmla="*/ 247620 h 210919"/>
                <a:gd name="connsiteX11" fmla="*/ 31638 w 1054598"/>
                <a:gd name="connsiteY11" fmla="*/ 215982 h 210919"/>
                <a:gd name="connsiteX12" fmla="*/ 1063879 w 1054598"/>
                <a:gd name="connsiteY12" fmla="*/ 215982 h 210919"/>
                <a:gd name="connsiteX13" fmla="*/ 1063879 w 1054598"/>
                <a:gd name="connsiteY13" fmla="*/ 90274 h 210919"/>
                <a:gd name="connsiteX14" fmla="*/ 936483 w 1054598"/>
                <a:gd name="connsiteY14" fmla="*/ 90274 h 210919"/>
                <a:gd name="connsiteX15" fmla="*/ 936483 w 1054598"/>
                <a:gd name="connsiteY15" fmla="*/ 74666 h 210919"/>
                <a:gd name="connsiteX16" fmla="*/ 893456 w 1054598"/>
                <a:gd name="connsiteY16" fmla="*/ 31638 h 210919"/>
                <a:gd name="connsiteX17" fmla="*/ 850428 w 1054598"/>
                <a:gd name="connsiteY17" fmla="*/ 74666 h 210919"/>
                <a:gd name="connsiteX18" fmla="*/ 850428 w 1054598"/>
                <a:gd name="connsiteY18" fmla="*/ 90695 h 210919"/>
                <a:gd name="connsiteX19" fmla="*/ 245089 w 1054598"/>
                <a:gd name="connsiteY19" fmla="*/ 90695 h 210919"/>
                <a:gd name="connsiteX20" fmla="*/ 245089 w 1054598"/>
                <a:gd name="connsiteY20" fmla="*/ 74666 h 210919"/>
                <a:gd name="connsiteX21" fmla="*/ 202061 w 1054598"/>
                <a:gd name="connsiteY21" fmla="*/ 31638 h 210919"/>
                <a:gd name="connsiteX22" fmla="*/ 159033 w 1054598"/>
                <a:gd name="connsiteY22" fmla="*/ 74666 h 210919"/>
                <a:gd name="connsiteX23" fmla="*/ 159033 w 1054598"/>
                <a:gd name="connsiteY23" fmla="*/ 90695 h 210919"/>
                <a:gd name="connsiteX24" fmla="*/ 31638 w 1054598"/>
                <a:gd name="connsiteY24" fmla="*/ 90695 h 210919"/>
                <a:gd name="connsiteX25" fmla="*/ 31638 w 1054598"/>
                <a:gd name="connsiteY25" fmla="*/ 215982 h 210919"/>
                <a:gd name="connsiteX26" fmla="*/ 968121 w 1054598"/>
                <a:gd name="connsiteY26" fmla="*/ 74666 h 210919"/>
                <a:gd name="connsiteX27" fmla="*/ 968121 w 1054598"/>
                <a:gd name="connsiteY27" fmla="*/ 74666 h 210919"/>
                <a:gd name="connsiteX28" fmla="*/ 968121 w 1054598"/>
                <a:gd name="connsiteY28" fmla="*/ 74666 h 210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54598" h="210919">
                  <a:moveTo>
                    <a:pt x="1095517" y="247620"/>
                  </a:moveTo>
                  <a:lnTo>
                    <a:pt x="0" y="247620"/>
                  </a:lnTo>
                  <a:lnTo>
                    <a:pt x="0" y="58636"/>
                  </a:lnTo>
                  <a:lnTo>
                    <a:pt x="129083" y="58636"/>
                  </a:lnTo>
                  <a:cubicBezTo>
                    <a:pt x="136254" y="25310"/>
                    <a:pt x="166205" y="0"/>
                    <a:pt x="202061" y="0"/>
                  </a:cubicBezTo>
                  <a:cubicBezTo>
                    <a:pt x="237917" y="0"/>
                    <a:pt x="267868" y="25310"/>
                    <a:pt x="275039" y="58636"/>
                  </a:cubicBezTo>
                  <a:lnTo>
                    <a:pt x="820477" y="58636"/>
                  </a:lnTo>
                  <a:cubicBezTo>
                    <a:pt x="827649" y="25310"/>
                    <a:pt x="857599" y="0"/>
                    <a:pt x="893456" y="0"/>
                  </a:cubicBezTo>
                  <a:cubicBezTo>
                    <a:pt x="929312" y="0"/>
                    <a:pt x="959262" y="25310"/>
                    <a:pt x="966434" y="58636"/>
                  </a:cubicBezTo>
                  <a:lnTo>
                    <a:pt x="1095517" y="58636"/>
                  </a:lnTo>
                  <a:lnTo>
                    <a:pt x="1095517" y="247620"/>
                  </a:lnTo>
                  <a:close/>
                  <a:moveTo>
                    <a:pt x="31638" y="215982"/>
                  </a:moveTo>
                  <a:lnTo>
                    <a:pt x="1063879" y="215982"/>
                  </a:lnTo>
                  <a:lnTo>
                    <a:pt x="1063879" y="90274"/>
                  </a:lnTo>
                  <a:lnTo>
                    <a:pt x="936483" y="90274"/>
                  </a:lnTo>
                  <a:lnTo>
                    <a:pt x="936483" y="74666"/>
                  </a:lnTo>
                  <a:cubicBezTo>
                    <a:pt x="936483" y="51043"/>
                    <a:pt x="917079" y="31638"/>
                    <a:pt x="893456" y="31638"/>
                  </a:cubicBezTo>
                  <a:cubicBezTo>
                    <a:pt x="869833" y="31638"/>
                    <a:pt x="850428" y="51043"/>
                    <a:pt x="850428" y="74666"/>
                  </a:cubicBezTo>
                  <a:lnTo>
                    <a:pt x="850428" y="90695"/>
                  </a:lnTo>
                  <a:lnTo>
                    <a:pt x="245089" y="90695"/>
                  </a:lnTo>
                  <a:lnTo>
                    <a:pt x="245089" y="74666"/>
                  </a:lnTo>
                  <a:cubicBezTo>
                    <a:pt x="245089" y="51043"/>
                    <a:pt x="225684" y="31638"/>
                    <a:pt x="202061" y="31638"/>
                  </a:cubicBezTo>
                  <a:cubicBezTo>
                    <a:pt x="178438" y="31638"/>
                    <a:pt x="159033" y="51043"/>
                    <a:pt x="159033" y="74666"/>
                  </a:cubicBezTo>
                  <a:lnTo>
                    <a:pt x="159033" y="90695"/>
                  </a:lnTo>
                  <a:lnTo>
                    <a:pt x="31638" y="90695"/>
                  </a:lnTo>
                  <a:lnTo>
                    <a:pt x="31638" y="215982"/>
                  </a:lnTo>
                  <a:close/>
                  <a:moveTo>
                    <a:pt x="968121" y="74666"/>
                  </a:moveTo>
                  <a:lnTo>
                    <a:pt x="968121" y="74666"/>
                  </a:lnTo>
                  <a:lnTo>
                    <a:pt x="968121" y="74666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BD1B54B-B8B4-CAFE-A680-D1D19712D2BE}"/>
                </a:ext>
              </a:extLst>
            </p:cNvPr>
            <p:cNvSpPr/>
            <p:nvPr/>
          </p:nvSpPr>
          <p:spPr>
            <a:xfrm>
              <a:off x="909797" y="1470514"/>
              <a:ext cx="843678" cy="42184"/>
            </a:xfrm>
            <a:custGeom>
              <a:avLst/>
              <a:gdLst>
                <a:gd name="connsiteX0" fmla="*/ 0 w 843678"/>
                <a:gd name="connsiteY0" fmla="*/ 0 h 0"/>
                <a:gd name="connsiteX1" fmla="*/ 884597 w 843678"/>
                <a:gd name="connsiteY1" fmla="*/ 0 h 0"/>
                <a:gd name="connsiteX2" fmla="*/ 884597 w 843678"/>
                <a:gd name="connsiteY2" fmla="*/ 31638 h 0"/>
                <a:gd name="connsiteX3" fmla="*/ 0 w 843678"/>
                <a:gd name="connsiteY3" fmla="*/ 31638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3678">
                  <a:moveTo>
                    <a:pt x="0" y="0"/>
                  </a:moveTo>
                  <a:lnTo>
                    <a:pt x="884597" y="0"/>
                  </a:lnTo>
                  <a:lnTo>
                    <a:pt x="884597" y="31638"/>
                  </a:lnTo>
                  <a:lnTo>
                    <a:pt x="0" y="31638"/>
                  </a:lnTo>
                  <a:close/>
                </a:path>
              </a:pathLst>
            </a:custGeom>
            <a:grpFill/>
            <a:ln w="421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solidFill>
                  <a:schemeClr val="bg1"/>
                </a:solidFill>
                <a:latin typeface="EYInterstate" panose="02000503020000020004" pitchFamily="2" charset="0"/>
              </a:endParaRP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4AD35DCD-FE8F-2E0B-1F6D-98768D6A79BE}"/>
              </a:ext>
            </a:extLst>
          </p:cNvPr>
          <p:cNvSpPr/>
          <p:nvPr/>
        </p:nvSpPr>
        <p:spPr>
          <a:xfrm>
            <a:off x="1247348" y="2171919"/>
            <a:ext cx="174906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</a:rPr>
              <a:t>PIANIFICAZIONE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8EBD06A-78A5-72F2-D734-63B2D4426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20168" y="1415344"/>
            <a:ext cx="597808" cy="59780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400" dirty="0">
              <a:solidFill>
                <a:schemeClr val="bg1"/>
              </a:solidFill>
              <a:latin typeface="EYInterstate" panose="02000503020000020004" pitchFamily="2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A34297D-EDBD-5619-AD66-E69E4E64F2C6}"/>
              </a:ext>
            </a:extLst>
          </p:cNvPr>
          <p:cNvSpPr/>
          <p:nvPr/>
        </p:nvSpPr>
        <p:spPr>
          <a:xfrm>
            <a:off x="6156932" y="2171919"/>
            <a:ext cx="174906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</a:rPr>
              <a:t>PROGETTAZIONE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1F9AD00-3BB4-6468-5EDA-136F56F0C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19265" y="3233852"/>
            <a:ext cx="597808" cy="59780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400" dirty="0">
              <a:solidFill>
                <a:schemeClr val="bg1"/>
              </a:solidFill>
              <a:latin typeface="EYInterstate" panose="02000503020000020004" pitchFamily="2" charset="0"/>
            </a:endParaRPr>
          </a:p>
        </p:txBody>
      </p:sp>
      <p:pic>
        <p:nvPicPr>
          <p:cNvPr id="50" name="Graphic 49" descr="An illustration of a cloud and globe">
            <a:extLst>
              <a:ext uri="{FF2B5EF4-FFF2-40B4-BE49-F238E27FC236}">
                <a16:creationId xmlns:a16="http://schemas.microsoft.com/office/drawing/2014/main" id="{CA314174-BA77-F436-570E-C25AED7C6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2080" y="3392920"/>
            <a:ext cx="352178" cy="27967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62D0A3B-B575-441F-C2B7-528E2393B3F5}"/>
              </a:ext>
            </a:extLst>
          </p:cNvPr>
          <p:cNvSpPr/>
          <p:nvPr/>
        </p:nvSpPr>
        <p:spPr>
          <a:xfrm>
            <a:off x="8472264" y="4016223"/>
            <a:ext cx="174906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</a:rPr>
              <a:t>SVILUPPO</a:t>
            </a:r>
          </a:p>
        </p:txBody>
      </p:sp>
      <p:pic>
        <p:nvPicPr>
          <p:cNvPr id="53" name="Graphic 52" descr="Illustration of two people at a table">
            <a:extLst>
              <a:ext uri="{FF2B5EF4-FFF2-40B4-BE49-F238E27FC236}">
                <a16:creationId xmlns:a16="http://schemas.microsoft.com/office/drawing/2014/main" id="{CB47FD66-3A4E-F5FD-4D80-45ABC39DE4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5519" y="1614090"/>
            <a:ext cx="327106" cy="261684"/>
          </a:xfrm>
          <a:prstGeom prst="rect">
            <a:avLst/>
          </a:prstGeom>
        </p:spPr>
      </p:pic>
      <p:sp>
        <p:nvSpPr>
          <p:cNvPr id="54" name="Oval 53">
            <a:extLst>
              <a:ext uri="{FF2B5EF4-FFF2-40B4-BE49-F238E27FC236}">
                <a16:creationId xmlns:a16="http://schemas.microsoft.com/office/drawing/2014/main" id="{9BB6768F-D792-1BB8-B217-041268BA9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73046" y="3235406"/>
            <a:ext cx="597808" cy="59780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400" dirty="0">
              <a:solidFill>
                <a:schemeClr val="bg1"/>
              </a:solidFill>
              <a:latin typeface="EYInterstate" panose="02000503020000020004" pitchFamily="2" charset="0"/>
            </a:endParaRPr>
          </a:p>
        </p:txBody>
      </p:sp>
      <p:pic>
        <p:nvPicPr>
          <p:cNvPr id="55" name="Graphic 54" descr="An illustration of a dashboard">
            <a:extLst>
              <a:ext uri="{FF2B5EF4-FFF2-40B4-BE49-F238E27FC236}">
                <a16:creationId xmlns:a16="http://schemas.microsoft.com/office/drawing/2014/main" id="{50FC9B54-4D43-C3DE-86FE-AA75B82705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14481" y="3438080"/>
            <a:ext cx="314938" cy="19246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CD15DACA-C6C7-C6A9-5E26-0F22C99176F2}"/>
              </a:ext>
            </a:extLst>
          </p:cNvPr>
          <p:cNvSpPr/>
          <p:nvPr/>
        </p:nvSpPr>
        <p:spPr>
          <a:xfrm>
            <a:off x="3097417" y="4024076"/>
            <a:ext cx="174906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</a:rPr>
              <a:t>TESTING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0681C10B-1F33-0FE4-95E7-8C916BCF3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18277" y="4984962"/>
            <a:ext cx="597808" cy="59780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400" dirty="0">
              <a:solidFill>
                <a:schemeClr val="bg1"/>
              </a:solidFill>
              <a:latin typeface="EYInterstate" panose="02000503020000020004" pitchFamily="2" charset="0"/>
            </a:endParaRPr>
          </a:p>
        </p:txBody>
      </p:sp>
      <p:pic>
        <p:nvPicPr>
          <p:cNvPr id="58" name="Graphic 57" descr="An illustration of a cloud and laptop">
            <a:extLst>
              <a:ext uri="{FF2B5EF4-FFF2-40B4-BE49-F238E27FC236}">
                <a16:creationId xmlns:a16="http://schemas.microsoft.com/office/drawing/2014/main" id="{04BBBB6A-A2D2-10CD-95A2-8748300F2A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55519" y="5145861"/>
            <a:ext cx="323324" cy="276008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AFC7D7D1-9AA1-A00E-B12A-CAA59FF329E4}"/>
              </a:ext>
            </a:extLst>
          </p:cNvPr>
          <p:cNvSpPr/>
          <p:nvPr/>
        </p:nvSpPr>
        <p:spPr>
          <a:xfrm>
            <a:off x="6156932" y="5742386"/>
            <a:ext cx="174906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algn="ctr">
              <a:defRPr/>
            </a:pPr>
            <a:r>
              <a:rPr lang="en-US" sz="1400" dirty="0">
                <a:solidFill>
                  <a:schemeClr val="bg1"/>
                </a:solidFill>
                <a:ea typeface="Calibri" panose="020F0502020204030204" pitchFamily="34" charset="0"/>
              </a:rPr>
              <a:t>DEPLOY</a:t>
            </a:r>
          </a:p>
        </p:txBody>
      </p:sp>
    </p:spTree>
    <p:extLst>
      <p:ext uri="{BB962C8B-B14F-4D97-AF65-F5344CB8AC3E}">
        <p14:creationId xmlns:p14="http://schemas.microsoft.com/office/powerpoint/2010/main" val="3859523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4971-1D3E-D37A-01D9-98BF2CD18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anchor="t">
            <a:normAutofit/>
          </a:bodyPr>
          <a:lstStyle/>
          <a:p>
            <a:r>
              <a:rPr lang="it-IT" sz="3600" dirty="0"/>
              <a:t>Diagramma di Gantt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2E54B2BB-9E3F-951E-614C-C657DC5108A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268760"/>
            <a:ext cx="5356800" cy="1441649"/>
          </a:xfrm>
        </p:spPr>
        <p:txBody>
          <a:bodyPr/>
          <a:lstStyle/>
          <a:p>
            <a:r>
              <a:rPr lang="it-IT" sz="2000" dirty="0"/>
              <a:t>Il diagramma di Gantt mostra le fasi del progetto, dalla pianificazione iniziale allo sviluppo, integrazione, ottimizzazione e documentazione.</a:t>
            </a:r>
            <a:br>
              <a:rPr lang="it-IT" sz="2000" dirty="0"/>
            </a:br>
            <a:r>
              <a:rPr lang="it-IT" sz="2000" dirty="0"/>
              <a:t>Le attività sono sequenziali e interdipendenti, con una durata complessiva di circa due mesi.</a:t>
            </a:r>
          </a:p>
          <a:p>
            <a:endParaRPr lang="en-US" sz="2000" dirty="0"/>
          </a:p>
        </p:txBody>
      </p:sp>
      <p:pic>
        <p:nvPicPr>
          <p:cNvPr id="8" name="Picture 7" descr="A screen shot of a chart&#10;&#10;AI-generated content may be incorrect.">
            <a:extLst>
              <a:ext uri="{FF2B5EF4-FFF2-40B4-BE49-F238E27FC236}">
                <a16:creationId xmlns:a16="http://schemas.microsoft.com/office/drawing/2014/main" id="{5F368A62-56C4-211E-0279-65E8F3362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899" y="3416192"/>
            <a:ext cx="7741971" cy="2990799"/>
          </a:xfrm>
          <a:prstGeom prst="rect">
            <a:avLst/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A78BE-9E2F-0149-3915-D15D7739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F1BC30E3-FFE5-4B91-AA19-87A149EBB9EE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1760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26905-82A5-EBAF-B269-EE4DCB21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6E5DC-B7D9-CEE2-B0D1-E936537C7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9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B6C7E-4B32-0E4E-B9A9-3414722319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57"/>
          <a:stretch/>
        </p:blipFill>
        <p:spPr>
          <a:xfrm>
            <a:off x="59667" y="2014487"/>
            <a:ext cx="12072665" cy="28290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98CC6F1-1C95-D4E1-1EA6-94BE1DB976C4}"/>
              </a:ext>
            </a:extLst>
          </p:cNvPr>
          <p:cNvSpPr txBox="1">
            <a:spLocks/>
          </p:cNvSpPr>
          <p:nvPr/>
        </p:nvSpPr>
        <p:spPr>
          <a:xfrm>
            <a:off x="485523" y="382588"/>
            <a:ext cx="11224347" cy="6381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1" i="0" kern="120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it-IT" dirty="0"/>
              <a:t>Analisi dei Rischi</a:t>
            </a:r>
          </a:p>
        </p:txBody>
      </p:sp>
    </p:spTree>
    <p:extLst>
      <p:ext uri="{BB962C8B-B14F-4D97-AF65-F5344CB8AC3E}">
        <p14:creationId xmlns:p14="http://schemas.microsoft.com/office/powerpoint/2010/main" val="1820368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aper receipt with black text&#10;&#10;AI-generated content may be incorrect.">
            <a:extLst>
              <a:ext uri="{FF2B5EF4-FFF2-40B4-BE49-F238E27FC236}">
                <a16:creationId xmlns:a16="http://schemas.microsoft.com/office/drawing/2014/main" id="{EFC4637D-3AC4-597B-1186-E462878513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01" r="17800" b="1701"/>
          <a:stretch/>
        </p:blipFill>
        <p:spPr>
          <a:xfrm>
            <a:off x="5375920" y="805727"/>
            <a:ext cx="5501262" cy="55981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7DCD009-F442-BAD2-4E39-32CCFCE8D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9"/>
            <a:ext cx="5610479" cy="1801687"/>
          </a:xfrm>
        </p:spPr>
        <p:txBody>
          <a:bodyPr/>
          <a:lstStyle/>
          <a:p>
            <a:r>
              <a:rPr lang="it-IT" sz="2000" dirty="0"/>
              <a:t>La spesa è guidata principalmente dal servizio SQL Database, seguito da App Service e Virtual Network, evidenziando il peso della gestione dati e dell’hosting applicativo nell’architettura complessiva.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F250DDD-257B-0F3D-8707-0FF05D5C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Analisi dei Costi</a:t>
            </a:r>
            <a:br>
              <a:rPr lang="it-IT" sz="3600" dirty="0"/>
            </a:br>
            <a:endParaRPr lang="it-IT" sz="3600" dirty="0"/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F7097896-EBE1-7C86-FF48-52AC5DAB812C}"/>
              </a:ext>
            </a:extLst>
          </p:cNvPr>
          <p:cNvSpPr>
            <a:spLocks noGrp="1"/>
          </p:cNvSpPr>
          <p:nvPr>
            <p:ph type="dgm" sz="quarter" idx="28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SmartArt Placeholder 15">
            <a:extLst>
              <a:ext uri="{FF2B5EF4-FFF2-40B4-BE49-F238E27FC236}">
                <a16:creationId xmlns:a16="http://schemas.microsoft.com/office/drawing/2014/main" id="{B1C8FD17-1933-A07C-B217-BEDC11D9479C}"/>
              </a:ext>
            </a:extLst>
          </p:cNvPr>
          <p:cNvSpPr>
            <a:spLocks noGrp="1"/>
          </p:cNvSpPr>
          <p:nvPr>
            <p:ph type="dgm" sz="quarter" idx="29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5019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E4C6F-7B12-8199-7E79-EFD95284E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2FB51D6-A5A9-9726-9C56-346AF33B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it-IT"/>
              <a:t>Diagramma delle Classi</a:t>
            </a:r>
          </a:p>
        </p:txBody>
      </p:sp>
      <p:pic>
        <p:nvPicPr>
          <p:cNvPr id="4" name="Picture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2FDF4501-45C0-A82B-DC3C-8BC110F47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222" t="-6559" r="-5190" b="-3867"/>
          <a:stretch/>
        </p:blipFill>
        <p:spPr>
          <a:xfrm>
            <a:off x="2135560" y="765226"/>
            <a:ext cx="7384227" cy="5327547"/>
          </a:xfrm>
          <a:prstGeom prst="rect">
            <a:avLst/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C5F17E3D-99EC-212F-D52F-EFB2C3BE0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pPr>
              <a:spcAft>
                <a:spcPts val="600"/>
              </a:spcAft>
            </a:pPr>
            <a:fld id="{94FCA0F3-9F3A-694B-99BB-0E592A797735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37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D61EC-620C-4DE4-F303-0976AB577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EE77D9-971E-CDB5-1A87-9A473D738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it-IT"/>
              <a:t>Diagramma delle Classi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E25A1-93ED-2C99-B66F-84649A7BF24D}"/>
              </a:ext>
            </a:extLst>
          </p:cNvPr>
          <p:cNvSpPr txBox="1"/>
          <p:nvPr/>
        </p:nvSpPr>
        <p:spPr>
          <a:xfrm>
            <a:off x="485523" y="3316554"/>
            <a:ext cx="5634794" cy="151244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UserEntity &amp; UserRepository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gestione dati anagrafici e login</a:t>
            </a:r>
          </a:p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UserService: </a:t>
            </a:r>
            <a:r>
              <a:rPr kumimoji="0" lang="it-IT" altLang="it-IT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autenticazione JWT, logout sicuro, interfaccia con Azure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892DBF41-226E-C050-A93E-5B6AE0A75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27978" r="20853" b="44801"/>
          <a:stretch/>
        </p:blipFill>
        <p:spPr>
          <a:xfrm>
            <a:off x="6258186" y="1574371"/>
            <a:ext cx="5466748" cy="3816424"/>
          </a:xfrm>
          <a:prstGeom prst="rect">
            <a:avLst/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10F80D6E-A2DD-D5E7-5F83-AB2C0FF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pPr>
              <a:spcAft>
                <a:spcPts val="600"/>
              </a:spcAft>
            </a:pPr>
            <a:fld id="{94FCA0F3-9F3A-694B-99BB-0E592A797735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107EFB-6DB0-39EC-5BFF-9CD28BC18DE7}"/>
              </a:ext>
            </a:extLst>
          </p:cNvPr>
          <p:cNvSpPr txBox="1"/>
          <p:nvPr/>
        </p:nvSpPr>
        <p:spPr>
          <a:xfrm>
            <a:off x="623392" y="1272773"/>
            <a:ext cx="5634794" cy="151244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kumimoji="0" lang="it-IT" altLang="it-IT" sz="2100" b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Struttura a livelli dell’applicazione, con particolare focus sul modello dati utente e sui meccanismi di autenticazione.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5959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59233-30A8-1E78-34AB-CF34B63C4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F30E62C-9932-41F1-951A-5C401D6B6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it-IT"/>
              <a:t>Diagramma delle Classi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BDA9CE-46C8-C3F0-8AF4-0232BD16ED21}"/>
              </a:ext>
            </a:extLst>
          </p:cNvPr>
          <p:cNvSpPr txBox="1"/>
          <p:nvPr/>
        </p:nvSpPr>
        <p:spPr>
          <a:xfrm>
            <a:off x="485523" y="3316554"/>
            <a:ext cx="5634794" cy="15124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AzureStorageService</a:t>
            </a:r>
            <a:r>
              <a:rPr kumimoji="0" lang="it-IT" altLang="it-IT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immagini random, download sicuro via Azure </a:t>
            </a:r>
          </a:p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BlobReactionsEntity</a:t>
            </a:r>
            <a:r>
              <a:rPr kumimoji="0" lang="it-IT" altLang="it-IT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tracciamento delle reazioni emozionali (FK con User)</a:t>
            </a:r>
          </a:p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DTO e flusso dati: </a:t>
            </a:r>
            <a:r>
              <a:rPr kumimoji="0" lang="it-IT" altLang="it-IT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aggregazione reazioni in ResultPayload, gestito dal backend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E3A3E590-9697-C1C4-BEB3-59632B7C6C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92" t="13611" r="28461" b="56899"/>
          <a:stretch/>
        </p:blipFill>
        <p:spPr>
          <a:xfrm>
            <a:off x="6258186" y="1710003"/>
            <a:ext cx="4951017" cy="3744416"/>
          </a:xfrm>
          <a:prstGeom prst="rect">
            <a:avLst/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CAEF5A9-C404-B33B-DBD7-594668A7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pPr>
              <a:spcAft>
                <a:spcPts val="600"/>
              </a:spcAft>
            </a:pPr>
            <a:fld id="{94FCA0F3-9F3A-694B-99BB-0E592A79773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4A6F33-7D2F-3100-FFD5-9DCB193D9732}"/>
              </a:ext>
            </a:extLst>
          </p:cNvPr>
          <p:cNvSpPr txBox="1"/>
          <p:nvPr/>
        </p:nvSpPr>
        <p:spPr>
          <a:xfrm>
            <a:off x="623392" y="1272773"/>
            <a:ext cx="5634794" cy="151244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kumimoji="0" lang="it-IT" altLang="it-IT" sz="2100" b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Presentazione dei servizi legati alle immagini e al tracciamento delle emozioni espresse dagli utenti durante l’interazione.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51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41D3E-BBFA-F73F-806A-1A60E2B0C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099693-574E-8AC3-655A-CAF38C3B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it-IT"/>
              <a:t>Diagramma delle Classi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5BA77E-DFFF-59DE-9292-2C1B19B2E6E0}"/>
              </a:ext>
            </a:extLst>
          </p:cNvPr>
          <p:cNvSpPr txBox="1"/>
          <p:nvPr/>
        </p:nvSpPr>
        <p:spPr>
          <a:xfrm>
            <a:off x="485523" y="3316554"/>
            <a:ext cx="5634794" cy="15124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ReactionsService: </a:t>
            </a:r>
            <a:r>
              <a:rPr kumimoji="0" lang="it-IT" altLang="it-IT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salva reazioni in batch, valida userId, integra con repository</a:t>
            </a:r>
          </a:p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ReactionEnum: </a:t>
            </a:r>
            <a:r>
              <a:rPr kumimoji="0" lang="it-IT" altLang="it-IT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gestione centralizzata delle emozioni valide</a:t>
            </a:r>
          </a:p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LoginResponse: </a:t>
            </a:r>
            <a:r>
              <a:rPr kumimoji="0" lang="it-IT" altLang="it-IT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risposta di login con immagini assegnate all’utente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A77F3AC6-92A6-6A44-497F-E152C41BA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83" t="42992" r="1331" b="-621"/>
          <a:stretch/>
        </p:blipFill>
        <p:spPr>
          <a:xfrm>
            <a:off x="7536160" y="605336"/>
            <a:ext cx="3569247" cy="5718704"/>
          </a:xfrm>
          <a:prstGeom prst="rect">
            <a:avLst/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BC6804AC-4016-7EFC-92A8-EC96011DD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pPr>
              <a:spcAft>
                <a:spcPts val="600"/>
              </a:spcAft>
            </a:pPr>
            <a:fld id="{94FCA0F3-9F3A-694B-99BB-0E592A797735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D35AC-8BDF-DAD8-5EF5-C323F20B47FF}"/>
              </a:ext>
            </a:extLst>
          </p:cNvPr>
          <p:cNvSpPr txBox="1"/>
          <p:nvPr/>
        </p:nvSpPr>
        <p:spPr>
          <a:xfrm>
            <a:off x="623392" y="1272773"/>
            <a:ext cx="5634794" cy="151244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kumimoji="0" lang="it-IT" altLang="it-IT" sz="2100" b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Focus sulla logica di business per la gestione delle reazioni, con strumenti di validazione e supporto per l’elaborazione automatica.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03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C352C-A94C-B1F5-244D-347DBDBA6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9A908CA-E343-1241-C4A1-EF7A098EA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it-IT"/>
              <a:t>Diagramma delle Classi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80DA2-7600-0148-EE92-E24685F711D3}"/>
              </a:ext>
            </a:extLst>
          </p:cNvPr>
          <p:cNvSpPr txBox="1"/>
          <p:nvPr/>
        </p:nvSpPr>
        <p:spPr>
          <a:xfrm>
            <a:off x="485523" y="3316554"/>
            <a:ext cx="5634794" cy="15124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JwtProvider: </a:t>
            </a:r>
            <a:r>
              <a:rPr kumimoji="0" lang="it-IT" altLang="it-IT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crea, valida e decodifica i token</a:t>
            </a:r>
          </a:p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JwtAuthFilter &amp; SecurityConfigurer: </a:t>
            </a:r>
            <a:r>
              <a:rPr kumimoji="0" lang="it-IT" altLang="it-IT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controlli su ogni richiesta HTTP</a:t>
            </a:r>
          </a:p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Blacklist: </a:t>
            </a:r>
            <a:r>
              <a:rPr kumimoji="0" lang="it-IT" altLang="it-IT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gestione dei token revocati, controllo accessi post-logout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E9529E72-AB5C-FCED-E272-27045CE57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853" b="44919"/>
          <a:stretch/>
        </p:blipFill>
        <p:spPr>
          <a:xfrm>
            <a:off x="7392144" y="605337"/>
            <a:ext cx="3713263" cy="5245364"/>
          </a:xfrm>
          <a:prstGeom prst="rect">
            <a:avLst/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2F133C62-A25B-0BE1-D09A-DE8274D0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pPr>
              <a:spcAft>
                <a:spcPts val="600"/>
              </a:spcAft>
            </a:pPr>
            <a:fld id="{94FCA0F3-9F3A-694B-99BB-0E592A797735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2E4E2-BD7A-94FA-139A-8CAA83DF3446}"/>
              </a:ext>
            </a:extLst>
          </p:cNvPr>
          <p:cNvSpPr txBox="1"/>
          <p:nvPr/>
        </p:nvSpPr>
        <p:spPr>
          <a:xfrm>
            <a:off x="623392" y="1272773"/>
            <a:ext cx="5634794" cy="151244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kumimoji="0" lang="it-IT" altLang="it-IT" sz="2100" b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Illustrazione delle componenti di sicurezza che proteggono l’accesso all’app, incluse la gestione dei token JWT e la blacklist.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066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ED2FC-ECAC-BCC8-31CB-FB6A13AE9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78663E6-E14C-0719-2302-0DE22A59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it-IT"/>
              <a:t>Diagramma delle Classi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C1512-EE7C-36AB-4920-E6F140620617}"/>
              </a:ext>
            </a:extLst>
          </p:cNvPr>
          <p:cNvSpPr txBox="1"/>
          <p:nvPr/>
        </p:nvSpPr>
        <p:spPr>
          <a:xfrm>
            <a:off x="485522" y="3316554"/>
            <a:ext cx="6546581" cy="151244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AppController (REST):</a:t>
            </a:r>
          </a:p>
          <a:p>
            <a:pPr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kumimoji="0" lang="it-IT" altLang="it-IT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/login, /logout, /registerResult, /downloadImage, /home</a:t>
            </a:r>
          </a:p>
          <a:p>
            <a:pPr marL="252000" indent="-252000"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</a:pPr>
            <a:r>
              <a:rPr kumimoji="0" lang="it-IT" altLang="it-IT" sz="20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Testing:</a:t>
            </a:r>
            <a:r>
              <a:rPr kumimoji="0" lang="it-IT" altLang="it-IT" sz="20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Validazione di token, login, errori APICopertura tramite AppControllerTest, UserServiceTest, JwtTest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18B00A80-AE50-B87C-1E6D-F109DEFB7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8" t="67528" r="39837" b="1"/>
          <a:stretch/>
        </p:blipFill>
        <p:spPr>
          <a:xfrm>
            <a:off x="6241351" y="696979"/>
            <a:ext cx="5634794" cy="2763383"/>
          </a:xfrm>
          <a:prstGeom prst="rect">
            <a:avLst/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6249236-8BA5-0940-33C1-5F442BE3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pPr>
              <a:spcAft>
                <a:spcPts val="600"/>
              </a:spcAft>
            </a:pPr>
            <a:fld id="{94FCA0F3-9F3A-694B-99BB-0E592A797735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BCBBDD-BA30-1714-447A-977378ACD1CF}"/>
              </a:ext>
            </a:extLst>
          </p:cNvPr>
          <p:cNvSpPr txBox="1"/>
          <p:nvPr/>
        </p:nvSpPr>
        <p:spPr>
          <a:xfrm>
            <a:off x="623392" y="1272773"/>
            <a:ext cx="5634794" cy="151244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</a:pPr>
            <a:r>
              <a:rPr kumimoji="0" lang="it-IT" altLang="it-IT" sz="2100" b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Panoramica sugli endpoint REST disponibili e sull’infrastruttura di test automatizzato che garantisce affidabilità al sistema.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69546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CF066616-C2AD-F03D-757D-2D7F7F4F9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it-IT" sz="3600" dirty="0"/>
              <a:t>Diagramma ER</a:t>
            </a:r>
            <a:br>
              <a:rPr lang="it-IT" sz="3600" dirty="0"/>
            </a:br>
            <a:endParaRPr lang="en-US" sz="36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435EA4-5F7E-6109-C426-F6D03E922B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72467" y="1268760"/>
            <a:ext cx="5356800" cy="3457873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sz="2000" u="sng" dirty="0"/>
              <a:t>User:</a:t>
            </a:r>
            <a:r>
              <a:rPr lang="it-IT" sz="2000" dirty="0"/>
              <a:t> identifica un utente registrato tramite attributi personali come nickname, età, email, genere e nazionalità.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2000" u="sng" dirty="0"/>
              <a:t>Reactions:</a:t>
            </a:r>
            <a:r>
              <a:rPr lang="it-IT" sz="2000" dirty="0"/>
              <a:t> raccoglie le reazioni generate dagli utenti in risposta a immagini, includendo il commento dell'AI, la descrizione dell'immagine, l’ID dell'immagine e dell’utente associato.</a:t>
            </a:r>
          </a:p>
          <a:p>
            <a:pPr marL="0" indent="0">
              <a:buNone/>
            </a:pPr>
            <a:r>
              <a:rPr lang="it-IT" sz="2000" dirty="0"/>
              <a:t>Le entità sono collegate da una relazione uno-a-uno genera, che stabilisce che ogni utente può generare una singola reazione e viceversa.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7C23A52E-9F8E-5B94-11AD-65712A592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984" y="2204864"/>
            <a:ext cx="5867549" cy="2154658"/>
          </a:xfrm>
          <a:prstGeom prst="rect">
            <a:avLst/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8A75D-1AFC-3011-3A21-FAE0FD82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F1BC30E3-FFE5-4B91-AA19-87A149EBB9EE}" type="slidenum">
              <a:rPr lang="en-GB" smtClean="0"/>
              <a:pPr>
                <a:spcAft>
                  <a:spcPts val="600"/>
                </a:spcAft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892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72A497A-C4E7-D1DC-D853-9A955A4C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Diagramma delle Sequenze</a:t>
            </a:r>
            <a:br>
              <a:rPr lang="it-IT" sz="2400" dirty="0"/>
            </a:b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D8EA7-1FA2-EB71-6696-1A351F4F13D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18</a:t>
            </a:fld>
            <a:endParaRPr lang="en-GB" dirty="0"/>
          </a:p>
        </p:txBody>
      </p:sp>
      <p:pic>
        <p:nvPicPr>
          <p:cNvPr id="7" name="Picture 6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BE25D37C-7A1E-1A16-2D18-4237B0140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528" y="1359878"/>
            <a:ext cx="8152754" cy="41382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83657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2A11E-F639-AC45-C9A5-0241ADF80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85B07CB-3ECC-B229-41B6-7117A3A3F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Diagramma delle Sequenze</a:t>
            </a:r>
            <a:br>
              <a:rPr lang="it-IT" sz="3600" dirty="0"/>
            </a:br>
            <a:endParaRPr lang="it-IT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9BD6E-0F62-4F12-D18A-04F5CD8D1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19</a:t>
            </a:fld>
            <a:endParaRPr lang="en-GB" dirty="0"/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B13EF4AD-0108-6657-D478-EBC3CC156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641" y="1231329"/>
            <a:ext cx="9786717" cy="43953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296144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C314C-EAE4-8A97-6D55-0554259E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1936B3-BD92-F77C-B859-4B9B03D07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000" dirty="0"/>
              <a:t>L’app si basa su uno stack moderno e modulare: React 19 per il frontend, con Bootstrap e React Router per design e navigazione. Il backend è diviso tra SpringBoot (autenticazione e sessioni) e FastAPI (analisi emozionale con AI). WebRTC gestisce video e webcam in tempo reale, mentre la sicurezza è garantita da JWT. Test e deployment sono affidati a Jest, Docker e Nginx.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70AD471-C46E-5D73-63B2-345EB60A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Architettura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37288F08-47FB-102A-4485-1AEF9B19A74C}"/>
              </a:ext>
            </a:extLst>
          </p:cNvPr>
          <p:cNvSpPr>
            <a:spLocks noGrp="1"/>
          </p:cNvSpPr>
          <p:nvPr>
            <p:ph type="dgm" sz="quarter" idx="28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martArt Placeholder 8">
            <a:extLst>
              <a:ext uri="{FF2B5EF4-FFF2-40B4-BE49-F238E27FC236}">
                <a16:creationId xmlns:a16="http://schemas.microsoft.com/office/drawing/2014/main" id="{325717D1-941C-CCA4-E6E6-81E200E2CFEE}"/>
              </a:ext>
            </a:extLst>
          </p:cNvPr>
          <p:cNvSpPr>
            <a:spLocks noGrp="1"/>
          </p:cNvSpPr>
          <p:nvPr>
            <p:ph type="dgm" sz="quarter" idx="29"/>
          </p:nvPr>
        </p:nvSpPr>
        <p:spPr/>
        <p:txBody>
          <a:bodyPr/>
          <a:lstStyle/>
          <a:p>
            <a:endParaRPr lang="it-IT"/>
          </a:p>
        </p:txBody>
      </p:sp>
      <p:pic>
        <p:nvPicPr>
          <p:cNvPr id="2052" name="Picture 4" descr="react Vector Icons free download in SVG, PNG Format">
            <a:extLst>
              <a:ext uri="{FF2B5EF4-FFF2-40B4-BE49-F238E27FC236}">
                <a16:creationId xmlns:a16="http://schemas.microsoft.com/office/drawing/2014/main" id="{DFD25536-959E-1918-630D-B3F8CB750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762" y="37276"/>
            <a:ext cx="1333635" cy="1333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Bootstrap Logo - PNG Logo Vector Brand Downloads (SVG, EPS)">
            <a:extLst>
              <a:ext uri="{FF2B5EF4-FFF2-40B4-BE49-F238E27FC236}">
                <a16:creationId xmlns:a16="http://schemas.microsoft.com/office/drawing/2014/main" id="{C418E836-F79A-B14D-2935-96F9AA8EC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75210">
            <a:off x="10586194" y="552316"/>
            <a:ext cx="1169208" cy="93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A7F1DF9C-2E37-3D40-34E0-E4B278747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66083">
            <a:off x="7741757" y="865417"/>
            <a:ext cx="1064818" cy="106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FastAPI Logo Vector – Free AI, PNG, SVG, EPS Download">
            <a:extLst>
              <a:ext uri="{FF2B5EF4-FFF2-40B4-BE49-F238E27FC236}">
                <a16:creationId xmlns:a16="http://schemas.microsoft.com/office/drawing/2014/main" id="{E9ECC012-ED21-4233-7328-B7A0E35E5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411" y="5625896"/>
            <a:ext cx="2517245" cy="46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Press Kit | WebRTC">
            <a:extLst>
              <a:ext uri="{FF2B5EF4-FFF2-40B4-BE49-F238E27FC236}">
                <a16:creationId xmlns:a16="http://schemas.microsoft.com/office/drawing/2014/main" id="{5A4FA7C6-79FE-2679-55E5-C0A069AAB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160" y="5713181"/>
            <a:ext cx="2947488" cy="589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Digital Jwt Logo Png Transparent Svg Vector Freebie S - vrogue.co">
            <a:extLst>
              <a:ext uri="{FF2B5EF4-FFF2-40B4-BE49-F238E27FC236}">
                <a16:creationId xmlns:a16="http://schemas.microsoft.com/office/drawing/2014/main" id="{E0234FC9-0A33-1F68-37E3-9F705A65D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240" y="4637931"/>
            <a:ext cx="2160240" cy="66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Nginx logo and symbol, meaning, history, PNG">
            <a:extLst>
              <a:ext uri="{FF2B5EF4-FFF2-40B4-BE49-F238E27FC236}">
                <a16:creationId xmlns:a16="http://schemas.microsoft.com/office/drawing/2014/main" id="{E8EC6826-2DE1-185A-BC79-C9EBC34D3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943" y="2927966"/>
            <a:ext cx="2073959" cy="129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547D3D-E067-BFDF-1DFA-5FCF188672C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3844" y="3426984"/>
            <a:ext cx="2235960" cy="125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129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3216D-3E26-5971-F9D1-50E6C95C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51F5C6-D3EA-31C2-81CC-732CED14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anchor="t">
            <a:normAutofit/>
          </a:bodyPr>
          <a:lstStyle/>
          <a:p>
            <a:r>
              <a:rPr lang="it-IT"/>
              <a:t>Landing Page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EDB6100-0972-AAD2-C7AC-A6CD1393038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r>
              <a:rPr lang="en-US" sz="2000" dirty="0"/>
              <a:t> 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La Landing Page rappresenta l’accesso iniziale alla piattaforma </a:t>
            </a:r>
            <a:r>
              <a:rPr lang="it-IT" sz="20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Emotion Recognition</a:t>
            </a: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 ha lo scopo di presentare il progetto in modo chiaro, accessibile e guidato, migliorando la user experience fin dai primi secondi di interazione. L’intero contenuto della pagina è incapsulato nel componente HomePage.jsx, con uno stile coerente al tema dark della piattaforma, garantito dallo stylesheet associato.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7AF6A0-B909-4A9D-36EC-A6CCD8870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064" y="614879"/>
            <a:ext cx="5133526" cy="5446713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0C5B4-FF57-2191-7F94-A95773E1A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F1BC30E3-FFE5-4B91-AA19-87A149EBB9EE}" type="slidenum">
              <a:rPr lang="en-GB" smtClean="0"/>
              <a:pPr>
                <a:spcAft>
                  <a:spcPts val="600"/>
                </a:spcAft>
              </a:pPr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029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715B-18AE-9041-8DB4-26CB62688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2F014C-6989-03E6-855C-2D00C6DC1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anchor="t">
            <a:normAutofit/>
          </a:bodyPr>
          <a:lstStyle/>
          <a:p>
            <a:r>
              <a:rPr lang="it-IT"/>
              <a:t>Landing Page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EC81555-24F5-5B43-E749-8BD47F8ED9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3146" y="1020764"/>
            <a:ext cx="3678638" cy="4104456"/>
          </a:xfrm>
        </p:spPr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it-IT" sz="1800" b="1" u="sng" kern="1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Sezione “How it works”</a:t>
            </a:r>
            <a:br>
              <a:rPr lang="it-IT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it-IT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Inserita in un componente Card, questa sezione guida l’utente nei tre step fondamentali: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it-IT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Creazione del profilo – Raccolta di informazioni demografiche di base.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it-IT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Acquisizione immagini – Attivazione della webcam per rilevare le espressioni facciali.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it-IT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Visualizzazione dei risultati – Analisi delle emozioni e restituzione dell’output.</a:t>
            </a:r>
            <a:endParaRPr lang="en-US" sz="1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435EF-07C8-455B-A919-4E0BC114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F1BC30E3-FFE5-4B91-AA19-87A149EBB9EE}" type="slidenum">
              <a:rPr lang="en-GB" smtClean="0"/>
              <a:pPr>
                <a:spcAft>
                  <a:spcPts val="600"/>
                </a:spcAft>
              </a:pPr>
              <a:t>22</a:t>
            </a:fld>
            <a:endParaRPr lang="en-GB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C148018-1212-8276-CA0F-D8717A7E9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995" y="1342256"/>
            <a:ext cx="7582949" cy="429708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4505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4A9CF-73FF-1285-3F30-705C4A570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FE6E4F1-637E-A740-F8DC-E94D39DF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anchor="t">
            <a:normAutofit/>
          </a:bodyPr>
          <a:lstStyle/>
          <a:p>
            <a:r>
              <a:rPr lang="it-IT" dirty="0"/>
              <a:t>Login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85CCA1E-F078-D8E9-A6E6-3CD1296FD56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110145" cy="4638675"/>
          </a:xfrm>
        </p:spPr>
        <p:txBody>
          <a:bodyPr/>
          <a:lstStyle/>
          <a:p>
            <a:pPr marL="228600" algn="just">
              <a:lnSpc>
                <a:spcPct val="115000"/>
              </a:lnSpc>
              <a:spcAft>
                <a:spcPts val="800"/>
              </a:spcAft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La procedura di autenticazione dell’utente all’interno dell’applicazione è implementata attraverso la pagina ProfilePage, che consente la raccolta e la validazione dei dati anagrafici dell’utente. Il componente, realizzato con React, utilizza gli hook useState per la gestione dello stato locale del profilo (localProfile) e useNavigate per la navigazione programmatica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D021C-29B5-94AC-847A-391C075CA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F1BC30E3-FFE5-4B91-AA19-87A149EBB9EE}" type="slidenum">
              <a:rPr lang="en-GB" smtClean="0"/>
              <a:pPr>
                <a:spcAft>
                  <a:spcPts val="600"/>
                </a:spcAft>
              </a:pPr>
              <a:t>23</a:t>
            </a:fld>
            <a:endParaRPr lang="en-GB"/>
          </a:p>
        </p:txBody>
      </p:sp>
      <p:pic>
        <p:nvPicPr>
          <p:cNvPr id="7" name="Picture 6" descr="A screenshot of a social media account&#10;&#10;AI-generated content may be incorrect.">
            <a:extLst>
              <a:ext uri="{FF2B5EF4-FFF2-40B4-BE49-F238E27FC236}">
                <a16:creationId xmlns:a16="http://schemas.microsoft.com/office/drawing/2014/main" id="{EB99AB8A-37A4-04FF-C394-745D10D2C4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97" t="2363" r="17957"/>
          <a:stretch/>
        </p:blipFill>
        <p:spPr>
          <a:xfrm>
            <a:off x="7320136" y="643319"/>
            <a:ext cx="3689146" cy="557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647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23816-8359-02D0-4D83-5DECDCBEF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9CF8181-FEAB-E9A6-075D-84C0BB3D458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0570" y="623527"/>
            <a:ext cx="5110145" cy="2517442"/>
          </a:xfrm>
        </p:spPr>
        <p:txBody>
          <a:bodyPr/>
          <a:lstStyle/>
          <a:p>
            <a:pPr marL="228600" algn="just">
              <a:lnSpc>
                <a:spcPct val="115000"/>
              </a:lnSpc>
              <a:spcAft>
                <a:spcPts val="800"/>
              </a:spcAft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L'utente viene guidato in un processo iterativo: per ciascuna immagine, viene attivata automaticamente la webcam, viene avviata una breve registrazione, e infine l’utente seleziona una o più emozioni e può inserire un commento descrittivo.</a:t>
            </a:r>
          </a:p>
          <a:p>
            <a:pPr marL="228600" algn="just">
              <a:lnSpc>
                <a:spcPct val="115000"/>
              </a:lnSpc>
              <a:spcAft>
                <a:spcPts val="800"/>
              </a:spcAft>
            </a:pPr>
            <a:endParaRPr lang="it-IT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13B6B5-73BC-0B69-2FE0-7492297A2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F1BC30E3-FFE5-4B91-AA19-87A149EBB9EE}" type="slidenum">
              <a:rPr lang="en-GB" smtClean="0"/>
              <a:pPr>
                <a:spcAft>
                  <a:spcPts val="600"/>
                </a:spcAft>
              </a:pPr>
              <a:t>24</a:t>
            </a:fld>
            <a:endParaRPr lang="en-GB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A9C6303-995E-987E-B387-2AAB6040B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7030" y="627382"/>
            <a:ext cx="5619447" cy="5603235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792D5D9-D5C2-FF84-9F3F-CFCD57E6D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3894076"/>
            <a:ext cx="4453083" cy="219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838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4190F-985A-F393-394C-3B209560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FA023F7-CFB0-61CB-0F61-F1283DAE4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anchor="t">
            <a:normAutofit/>
          </a:bodyPr>
          <a:lstStyle/>
          <a:p>
            <a:r>
              <a:rPr lang="it-IT" dirty="0"/>
              <a:t>Final Page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FF741AB-286C-8E3B-D2F0-7582E59B8B5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6015" y="1309986"/>
            <a:ext cx="5110145" cy="4638675"/>
          </a:xfrm>
        </p:spPr>
        <p:txBody>
          <a:bodyPr/>
          <a:lstStyle/>
          <a:p>
            <a:pPr marL="228600" algn="just">
              <a:lnSpc>
                <a:spcPct val="115000"/>
              </a:lnSpc>
              <a:spcAft>
                <a:spcPts val="800"/>
              </a:spcAft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La FinalPage rappresenta la schermata conclusiva del processo di valutazione delle emozioni, dove vengono raccolti, elaborati e visualizzati i risultati ottenuti.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endParaRPr lang="it-IT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687466-5D27-CBD7-C504-ED5351D79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F1BC30E3-FFE5-4B91-AA19-87A149EBB9EE}" type="slidenum">
              <a:rPr lang="en-GB" smtClean="0"/>
              <a:pPr>
                <a:spcAft>
                  <a:spcPts val="600"/>
                </a:spcAft>
              </a:pPr>
              <a:t>25</a:t>
            </a:fld>
            <a:endParaRPr lang="en-GB"/>
          </a:p>
        </p:txBody>
      </p:sp>
      <p:pic>
        <p:nvPicPr>
          <p:cNvPr id="2" name="Picture 1" descr="A screenshot of a survey&#10;&#10;AI-generated content may be incorrect.">
            <a:extLst>
              <a:ext uri="{FF2B5EF4-FFF2-40B4-BE49-F238E27FC236}">
                <a16:creationId xmlns:a16="http://schemas.microsoft.com/office/drawing/2014/main" id="{62B8C99E-9DAF-9DF1-9DD9-4BE992A39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088" y="365369"/>
            <a:ext cx="4656316" cy="586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525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730B7-1597-7085-51BF-43905F381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0C3B02-793D-07F3-E1D4-BE21C0B33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 anchor="t">
            <a:normAutofit/>
          </a:bodyPr>
          <a:lstStyle/>
          <a:p>
            <a:r>
              <a:rPr lang="it-IT" dirty="0"/>
              <a:t>Final Page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821FD54-4F96-B5DA-9D01-55F8EDC917C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6015" y="1309987"/>
            <a:ext cx="5110145" cy="2695078"/>
          </a:xfrm>
        </p:spPr>
        <p:txBody>
          <a:bodyPr/>
          <a:lstStyle/>
          <a:p>
            <a:pPr marL="228600">
              <a:lnSpc>
                <a:spcPct val="115000"/>
              </a:lnSpc>
              <a:spcAft>
                <a:spcPts val="800"/>
              </a:spcAft>
            </a:pPr>
            <a:r>
              <a:rPr lang="it-IT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 momento del montaggio del componente (useEffect), viene automaticamente inviata la valutazione finale tramite l’endpoint submitAssessment di ApiService. Prima dell'invio, viene verificato che l'utente sia autenticato e che ci siano reazioni valide.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63FE8-A937-8DB2-134F-C3C8C081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F1BC30E3-FFE5-4B91-AA19-87A149EBB9EE}" type="slidenum">
              <a:rPr lang="en-GB" smtClean="0"/>
              <a:pPr>
                <a:spcAft>
                  <a:spcPts val="600"/>
                </a:spcAft>
              </a:pPr>
              <a:t>26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E4B7A9-ACBE-A2A5-AF84-C40C6E8B9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77" y="3844827"/>
            <a:ext cx="8259899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460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of a person's face&#10;&#10;AI-generated content may be incorrect.">
            <a:extLst>
              <a:ext uri="{FF2B5EF4-FFF2-40B4-BE49-F238E27FC236}">
                <a16:creationId xmlns:a16="http://schemas.microsoft.com/office/drawing/2014/main" id="{F3D6929F-24A3-29ED-7325-C737C909C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704" y="0"/>
            <a:ext cx="13192931" cy="879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768061"/>
      </p:ext>
    </p:extLst>
  </p:cSld>
  <p:clrMapOvr>
    <a:masterClrMapping/>
  </p:clrMapOvr>
</p:sld>
</file>

<file path=ppt/theme/theme1.xml><?xml version="1.0" encoding="utf-8"?>
<a:theme xmlns:a="http://schemas.openxmlformats.org/drawingml/2006/main" name="Large Text [SPECTRUM]">
  <a:themeElements>
    <a:clrScheme name="Custom 81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FF47DC87-4AF3-4D5F-88A3-1A611FD73713}" vid="{2E49ABC6-E45F-41DB-9E18-D851610A9709}"/>
    </a:ext>
  </a:extLst>
</a:theme>
</file>

<file path=ppt/theme/theme2.xml><?xml version="1.0" encoding="utf-8"?>
<a:theme xmlns:a="http://schemas.openxmlformats.org/drawingml/2006/main" name="Large Text [DARK]">
  <a:themeElements>
    <a:clrScheme name="Custom 82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FF47DC87-4AF3-4D5F-88A3-1A611FD73713}" vid="{9C713DCE-E696-4823-8065-8CD9EA89C18E}"/>
    </a:ext>
  </a:extLst>
</a:theme>
</file>

<file path=ppt/theme/theme3.xml><?xml version="1.0" encoding="utf-8"?>
<a:theme xmlns:a="http://schemas.openxmlformats.org/drawingml/2006/main" name="Small Text [DARK]">
  <a:themeElements>
    <a:clrScheme name="Custom 83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FF47DC87-4AF3-4D5F-88A3-1A611FD73713}" vid="{29A13F27-D99A-47F1-9FB2-15179DC81C89}"/>
    </a:ext>
  </a:extLst>
</a:theme>
</file>

<file path=ppt/theme/theme4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ark-global-widescreen-presentation-template-v2.4.potx" id="{FF47DC87-4AF3-4D5F-88A3-1A611FD73713}" vid="{CB1ACC43-5325-4A4C-8759-2237F5CEFBF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30DE4A1-AF97-46DB-95A7-E1459DCD32B8}">
  <we:reference id="c3b3159f-c9fe-4860-a4cb-a5d5f254c545" version="9.5.6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24D6B7C3717C47AB301E11BF9B4951" ma:contentTypeVersion="4" ma:contentTypeDescription="Create a new document." ma:contentTypeScope="" ma:versionID="6a2ac9e823fe16b7fbf39f49d883e91a">
  <xsd:schema xmlns:xsd="http://www.w3.org/2001/XMLSchema" xmlns:xs="http://www.w3.org/2001/XMLSchema" xmlns:p="http://schemas.microsoft.com/office/2006/metadata/properties" xmlns:ns2="714879ae-1033-45c6-9be3-c577918c63c3" targetNamespace="http://schemas.microsoft.com/office/2006/metadata/properties" ma:root="true" ma:fieldsID="67b307d9afce70da7b4a92e414b6e779" ns2:_="">
    <xsd:import namespace="714879ae-1033-45c6-9be3-c577918c63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4879ae-1033-45c6-9be3-c577918c63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087F47-891A-4332-AEE8-A122FCE56C49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714879ae-1033-45c6-9be3-c577918c63c3"/>
  </ds:schemaRefs>
</ds:datastoreItem>
</file>

<file path=customXml/itemProps2.xml><?xml version="1.0" encoding="utf-8"?>
<ds:datastoreItem xmlns:ds="http://schemas.openxmlformats.org/officeDocument/2006/customXml" ds:itemID="{8AC014D9-0F8B-4066-823B-E589F64FAF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BF3EB86-FB13-4C5C-B0AA-1D887D1073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4879ae-1033-45c6-9be3-c577918c63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Dark-global-widescreen-presentation-template-v2.4</Template>
  <TotalTime>582</TotalTime>
  <Words>1034</Words>
  <Application>Microsoft Office PowerPoint</Application>
  <PresentationFormat>Widescreen</PresentationFormat>
  <Paragraphs>110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Aptos</vt:lpstr>
      <vt:lpstr>Aptos Light</vt:lpstr>
      <vt:lpstr>Arial</vt:lpstr>
      <vt:lpstr>Calibri</vt:lpstr>
      <vt:lpstr>EYInterstate</vt:lpstr>
      <vt:lpstr>EYInterstate Light</vt:lpstr>
      <vt:lpstr>Georgia Pro</vt:lpstr>
      <vt:lpstr>Symbol</vt:lpstr>
      <vt:lpstr>Wingdings</vt:lpstr>
      <vt:lpstr>Large Text [SPECTRUM]</vt:lpstr>
      <vt:lpstr>Large Text [DARK]</vt:lpstr>
      <vt:lpstr>Small Text [DARK]</vt:lpstr>
      <vt:lpstr>EY Core Slides</vt:lpstr>
      <vt:lpstr>PowerPoint Presentation</vt:lpstr>
      <vt:lpstr>Emotion  Recognition</vt:lpstr>
      <vt:lpstr>PowerPoint Presentation</vt:lpstr>
      <vt:lpstr>Descrizione del Progetto</vt:lpstr>
      <vt:lpstr>PowerPoint Presentation</vt:lpstr>
      <vt:lpstr>Obbiettivi</vt:lpstr>
      <vt:lpstr>Roadmap</vt:lpstr>
      <vt:lpstr>Diagramma di Gantt</vt:lpstr>
      <vt:lpstr>PowerPoint Presentation</vt:lpstr>
      <vt:lpstr>Analisi dei Costi </vt:lpstr>
      <vt:lpstr>Diagramma delle Classi</vt:lpstr>
      <vt:lpstr>Diagramma delle Classi</vt:lpstr>
      <vt:lpstr>Diagramma delle Classi</vt:lpstr>
      <vt:lpstr>Diagramma delle Classi</vt:lpstr>
      <vt:lpstr>Diagramma delle Classi</vt:lpstr>
      <vt:lpstr>Diagramma delle Classi</vt:lpstr>
      <vt:lpstr>Diagramma ER </vt:lpstr>
      <vt:lpstr>Diagramma delle Sequenze </vt:lpstr>
      <vt:lpstr>Diagramma delle Sequenze </vt:lpstr>
      <vt:lpstr>Architettura</vt:lpstr>
      <vt:lpstr>Landing Page</vt:lpstr>
      <vt:lpstr>Landing Page</vt:lpstr>
      <vt:lpstr>Login</vt:lpstr>
      <vt:lpstr>PowerPoint Presentation</vt:lpstr>
      <vt:lpstr>Final Page</vt:lpstr>
      <vt:lpstr>Final Page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Rosangela De Giosa</dc:creator>
  <cp:lastModifiedBy>Rosangela De Giosa</cp:lastModifiedBy>
  <cp:revision>2</cp:revision>
  <dcterms:created xsi:type="dcterms:W3CDTF">2025-05-26T13:04:29Z</dcterms:created>
  <dcterms:modified xsi:type="dcterms:W3CDTF">2025-06-23T19:51:17Z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0x01010039AC5ADA8D426E4FBEDF652E9440888F</vt:lpwstr>
  </property>
</Properties>
</file>